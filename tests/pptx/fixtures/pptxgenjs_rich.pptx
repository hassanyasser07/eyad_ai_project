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should survive untouched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&amp; styled text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Mixed </a:t>
            </a:r>
            <a:pPr indent="0" marL="0">
              <a:buNone/>
            </a:pPr>
            <a:r>
              <a:rPr lang="en-US" sz="2400" i="1" dirty="0">
                <a:solidFill>
                  <a:srgbClr val="38BDF8"/>
                </a:solidFill>
              </a:rPr>
              <a:t>runs </a:t>
            </a:r>
            <a:pPr indent="0" marL="0">
              <a:buNone/>
            </a:pPr>
            <a:r>
              <a:rPr lang="en-US" sz="2400" u="sng" dirty="0">
                <a:solidFill>
                  <a:srgbClr val="FFFFFF"/>
                </a:solidFill>
              </a:rPr>
              <a:t>in one paragraph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</a:rPr>
              <a:t>Bullets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rot="900000">
            <a:off x="6400800" y="2377440"/>
            <a:ext cx="2743200" cy="1371600"/>
          </a:xfrm>
          <a:prstGeom prst="roundRect">
            <a:avLst/>
          </a:prstGeom>
          <a:solidFill>
            <a:srgbClr val="7C3AED">
              <a:alpha val="7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4389120"/>
            <a:ext cx="365760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  <a:tailEnd type="triangle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237744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Chart + table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E6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600" dirty="0">
                <a:solidFill>
                  <a:srgbClr val="000000"/>
                </a:solidFill>
              </a:rPr>
              <a:t>Right-to-left: مرحبا بالعالم</a:t>
            </a:r>
            <a:endParaRPr lang="ar-SA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2743200"/>
            <a:ext cx="3657600" cy="2286000"/>
          </a:xfrm>
          <a:prstGeom prst="ellipse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sample</dc:title>
  <dc:subject>PptxGenJS Presentation</dc:subject>
  <dc:creator>PptxGenJS</dc:creator>
  <cp:lastModifiedBy>PptxGenJS</cp:lastModifiedBy>
  <cp:revision>1</cp:revision>
  <dcterms:created xsi:type="dcterms:W3CDTF">2026-10-17T11:09:57Z</dcterms:created>
  <dcterms:modified xsi:type="dcterms:W3CDTF">2026-10-17T11:09:57Z</dcterms:modified>
</cp:coreProperties>
</file>