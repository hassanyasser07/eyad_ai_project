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8" r:id="rId11"/>
    <p:sldMasterId id="2147483659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C1CB11B-A6AE-4090-98E9-515772D1DB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9DD890-6302-4934-B0B9-53C0797414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FBD50F-2409-43A0-8791-6520B9FF33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B9FA89-1B3D-4DD9-BD1C-FDF57E44A0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794C23-FC06-47BE-B038-767AFC3D72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C3459E-0F90-46F1-9926-307B10838C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B96DF4-1ACF-4A8F-A18E-13E393E882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12D8E5-E304-4D30-9D63-8DDD8FE0F9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EE5D67-12A9-4EA7-AC12-153887A233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F5890B-CA56-4FA0-8F61-4793C64DEB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6235DC-9016-4D21-B837-3CB7493840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B29734-F92A-4437-9E00-C5012906AD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image.png"/>
          <p:cNvPicPr/>
          <p:nvPr/>
        </p:nvPicPr>
        <p:blipFill>
          <a:blip r:embed="rId1"/>
          <a:stretch/>
        </p:blipFill>
        <p:spPr>
          <a:xfrm>
            <a:off x="914400" y="914400"/>
            <a:ext cx="4571640" cy="3428640"/>
          </a:xfrm>
          <a:prstGeom prst="rect">
            <a:avLst/>
          </a:prstGeom>
          <a:ln w="0">
            <a:noFill/>
          </a:ln>
        </p:spPr>
      </p:pic>
      <p:pic>
        <p:nvPicPr>
          <p:cNvPr id="60" name="Picture 2" descr="image.png"/>
          <p:cNvPicPr/>
          <p:nvPr/>
        </p:nvPicPr>
        <p:blipFill>
          <a:blip r:embed="rId2"/>
          <a:stretch/>
        </p:blipFill>
        <p:spPr>
          <a:xfrm>
            <a:off x="2743200" y="1828800"/>
            <a:ext cx="4571640" cy="342864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3" descr="image.png"/>
          <p:cNvPicPr/>
          <p:nvPr/>
        </p:nvPicPr>
        <p:blipFill>
          <a:blip r:embed="rId3"/>
          <a:stretch/>
        </p:blipFill>
        <p:spPr>
          <a:xfrm>
            <a:off x="4572000" y="2743200"/>
            <a:ext cx="4571640" cy="3428640"/>
          </a:xfrm>
          <a:prstGeom prst="rect">
            <a:avLst/>
          </a:prstGeom>
          <a:ln w="0">
            <a:noFill/>
          </a:ln>
        </p:spPr>
      </p:pic>
      <p:sp>
        <p:nvSpPr>
          <p:cNvPr id="62" name="Rectangle 4"/>
          <p:cNvSpPr/>
          <p:nvPr/>
        </p:nvSpPr>
        <p:spPr>
          <a:xfrm rot="1800000">
            <a:off x="8229600" y="914040"/>
            <a:ext cx="2742840" cy="1371240"/>
          </a:xfrm>
          <a:prstGeom prst="rect">
            <a:avLst/>
          </a:prstGeom>
          <a:solidFill>
            <a:srgbClr val="8b5cf6"/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Rotated 30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Oval 5"/>
          <p:cNvSpPr/>
          <p:nvPr/>
        </p:nvSpPr>
        <p:spPr>
          <a:xfrm>
            <a:off x="8686800" y="2194560"/>
            <a:ext cx="2742840" cy="1828440"/>
          </a:xfrm>
          <a:prstGeom prst="ellipse">
            <a:avLst/>
          </a:prstGeom>
          <a:solidFill>
            <a:srgbClr val="ef4444"/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64" name="Group 6"/>
          <p:cNvGrpSpPr/>
          <p:nvPr/>
        </p:nvGrpSpPr>
        <p:grpSpPr>
          <a:xfrm>
            <a:off x="8229600" y="4572000"/>
            <a:ext cx="3017160" cy="1096920"/>
            <a:chOff x="8229600" y="4572000"/>
            <a:chExt cx="3017160" cy="1096920"/>
          </a:xfrm>
        </p:grpSpPr>
        <p:sp>
          <p:nvSpPr>
            <p:cNvPr id="65" name="Rectangle 7"/>
            <p:cNvSpPr/>
            <p:nvPr/>
          </p:nvSpPr>
          <p:spPr>
            <a:xfrm>
              <a:off x="8229600" y="4572000"/>
              <a:ext cx="1371240" cy="914040"/>
            </a:xfrm>
            <a:prstGeom prst="rect">
              <a:avLst/>
            </a:prstGeom>
            <a:solidFill>
              <a:srgbClr val="10b981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" name="Oval 8"/>
            <p:cNvSpPr/>
            <p:nvPr/>
          </p:nvSpPr>
          <p:spPr>
            <a:xfrm>
              <a:off x="9875520" y="4754880"/>
              <a:ext cx="1371240" cy="914040"/>
            </a:xfrm>
            <a:prstGeom prst="ellipse">
              <a:avLst/>
            </a:prstGeom>
            <a:solidFill>
              <a:srgbClr val="064e3b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