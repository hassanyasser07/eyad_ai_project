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Quarterly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 grew 24%</a:t>
            </a:r>
          </a:p>
          <a:p>
            <a:r>
              <a:t>Costs held flat</a:t>
            </a:r>
          </a:p>
          <a:p>
            <a:r>
              <a:t>Two launches shipped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12064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563EB"/>
                </a:solidFill>
              </a:rPr>
              <a:t>Custom textbox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0" y="4937760"/>
            <a:ext cx="3657600" cy="1280160"/>
          </a:xfrm>
          <a:prstGeom prst="roundRect">
            <a:avLst/>
          </a:prstGeom>
          <a:solidFill>
            <a:srgbClr val="F59E0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Shape text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Second slide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