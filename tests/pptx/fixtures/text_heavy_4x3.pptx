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Text-heavy 4:3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b="1">
                <a:latin typeface="Georgia"/>
              </a:rPr>
              <a:t>Point 1: </a:t>
            </a:r>
            <a:r>
              <a:rPr i="1"/>
              <a:t>some regular detail text that is long enough to wrap onto more than one line in the body</a:t>
            </a:r>
          </a:p>
          <a:p>
            <a:pPr algn="l"/>
            <a:r>
              <a:rPr b="1">
                <a:latin typeface="Georgia"/>
              </a:rPr>
              <a:t>Point 2: </a:t>
            </a:r>
            <a:r>
              <a:rPr i="0"/>
              <a:t>some regular detail text that is long enough to wrap onto more than one line in the body</a:t>
            </a:r>
          </a:p>
          <a:p>
            <a:pPr algn="l"/>
            <a:r>
              <a:rPr b="1">
                <a:latin typeface="Georgia"/>
              </a:rPr>
              <a:t>Point 3: </a:t>
            </a:r>
            <a:r>
              <a:rPr i="1"/>
              <a:t>some regular detail text that is long enough to wrap onto more than one line in the body</a:t>
            </a:r>
          </a:p>
          <a:p>
            <a:pPr algn="l"/>
            <a:r>
              <a:rPr b="1">
                <a:latin typeface="Georgia"/>
              </a:rPr>
              <a:t>Point 4: </a:t>
            </a:r>
            <a:r>
              <a:rPr i="0"/>
              <a:t>some regular detail text that is long enough to wrap onto more than one line in the body</a:t>
            </a:r>
          </a:p>
          <a:p>
            <a:pPr algn="l"/>
            <a:r>
              <a:rPr b="1">
                <a:latin typeface="Georgia"/>
              </a:rPr>
              <a:t>Point 5: </a:t>
            </a:r>
            <a:r>
              <a:rPr i="1"/>
              <a:t>some regular detail text that is long enough to wrap onto more than one line in the body</a:t>
            </a:r>
          </a:p>
          <a:p>
            <a:pPr algn="l"/>
            <a:r>
              <a:rPr b="1">
                <a:latin typeface="Georgia"/>
              </a:rPr>
              <a:t>Point 6: </a:t>
            </a:r>
            <a:r>
              <a:rPr i="0"/>
              <a:t>some regular detail text that is long enough to wrap onto more than one line in the body</a:t>
            </a:r>
          </a:p>
          <a:p>
            <a:pPr algn="l"/>
            <a:r>
              <a:rPr b="1">
                <a:latin typeface="Georgia"/>
              </a:rPr>
              <a:t>Point 7: </a:t>
            </a:r>
            <a:r>
              <a:rPr i="1"/>
              <a:t>some regular detail text that is long enough to wrap onto more than one line in the body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u="sng">
                <a:latin typeface="Courier New"/>
              </a:rPr>
              <a:t>Right aligned underlined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