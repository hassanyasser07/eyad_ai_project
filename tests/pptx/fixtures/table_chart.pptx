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24</c:v>
                </c:pt>
                <c:pt idx="2">
                  <c:v>31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and chart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73152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APAC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583680" y="164592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