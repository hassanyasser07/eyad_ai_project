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3429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828800"/>
            <a:ext cx="457200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43200"/>
            <a:ext cx="4572000" cy="3429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800000">
            <a:off x="8229600" y="914400"/>
            <a:ext cx="2743200" cy="1371600"/>
          </a:xfrm>
          <a:prstGeom prst="rect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Rotated 30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2194560"/>
            <a:ext cx="2743200" cy="1828800"/>
          </a:xfrm>
          <a:prstGeom prst="ellipse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8229600" y="4572000"/>
            <a:ext cx="3017520" cy="1097280"/>
            <a:chOff x="8229600" y="4572000"/>
            <a:chExt cx="3017520" cy="1097280"/>
          </a:xfrm>
        </p:grpSpPr>
        <p:sp>
          <p:nvSpPr>
            <p:cNvPr id="8" name="Rectangle 7"/>
            <p:cNvSpPr/>
            <p:nvPr/>
          </p:nvSpPr>
          <p:spPr>
            <a:xfrm>
              <a:off x="8229600" y="4572000"/>
              <a:ext cx="1371600" cy="914400"/>
            </a:xfrm>
            <a:prstGeom prst="rect">
              <a:avLst/>
            </a:prstGeom>
            <a:solidFill>
              <a:srgbClr val="10B98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9875520" y="4754880"/>
              <a:ext cx="1371600" cy="914400"/>
            </a:xfrm>
            <a:prstGeom prst="ellipse">
              <a:avLst/>
            </a:prstGeom>
            <a:solidFill>
              <a:srgbClr val="064E3B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