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587" r:id="rId2"/>
    <p:sldId id="3588" r:id="rId3"/>
    <p:sldId id="3590" r:id="rId4"/>
    <p:sldId id="3589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5D4"/>
    <a:srgbClr val="47AB2C"/>
    <a:srgbClr val="3C4F69"/>
    <a:srgbClr val="1A24AA"/>
    <a:srgbClr val="94186B"/>
    <a:srgbClr val="C40811"/>
    <a:srgbClr val="FFB115"/>
    <a:srgbClr val="3542E0"/>
    <a:srgbClr val="C82091"/>
    <a:srgbClr val="F62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915B0-5F62-4347-BB65-ED81DCF0B46A}" v="2" dt="2024-02-04T06:49:44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50" autoAdjust="0"/>
    <p:restoredTop sz="96201" autoAdjust="0"/>
  </p:normalViewPr>
  <p:slideViewPr>
    <p:cSldViewPr snapToGrid="0">
      <p:cViewPr varScale="1">
        <p:scale>
          <a:sx n="151" d="100"/>
          <a:sy n="151" d="100"/>
        </p:scale>
        <p:origin x="3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Monir" userId="a32d64b1d32ea93c" providerId="LiveId" clId="{CF2915B0-5F62-4347-BB65-ED81DCF0B46A}"/>
    <pc:docChg chg="undo custSel addSld modSld modMainMaster">
      <pc:chgData name="Andrew Monir" userId="a32d64b1d32ea93c" providerId="LiveId" clId="{CF2915B0-5F62-4347-BB65-ED81DCF0B46A}" dt="2024-02-04T08:05:17.185" v="19" actId="6014"/>
      <pc:docMkLst>
        <pc:docMk/>
      </pc:docMkLst>
      <pc:sldChg chg="addSp delSp modSp mod modClrScheme chgLayout">
        <pc:chgData name="Andrew Monir" userId="a32d64b1d32ea93c" providerId="LiveId" clId="{CF2915B0-5F62-4347-BB65-ED81DCF0B46A}" dt="2024-02-04T06:50:45.495" v="10" actId="700"/>
        <pc:sldMkLst>
          <pc:docMk/>
          <pc:sldMk cId="1840910355" sldId="3588"/>
        </pc:sldMkLst>
        <pc:spChg chg="del mod ord">
          <ac:chgData name="Andrew Monir" userId="a32d64b1d32ea93c" providerId="LiveId" clId="{CF2915B0-5F62-4347-BB65-ED81DCF0B46A}" dt="2024-02-04T06:50:45.495" v="10" actId="700"/>
          <ac:spMkLst>
            <pc:docMk/>
            <pc:sldMk cId="1840910355" sldId="3588"/>
            <ac:spMk id="2" creationId="{EF999343-D945-25B8-BD43-42A9C8082631}"/>
          </ac:spMkLst>
        </pc:spChg>
        <pc:spChg chg="add mod ord">
          <ac:chgData name="Andrew Monir" userId="a32d64b1d32ea93c" providerId="LiveId" clId="{CF2915B0-5F62-4347-BB65-ED81DCF0B46A}" dt="2024-02-04T06:50:45.495" v="10" actId="700"/>
          <ac:spMkLst>
            <pc:docMk/>
            <pc:sldMk cId="1840910355" sldId="3588"/>
            <ac:spMk id="3" creationId="{B895B41D-B21A-DFBF-CC57-74D8736EF8CE}"/>
          </ac:spMkLst>
        </pc:spChg>
      </pc:sldChg>
      <pc:sldChg chg="new">
        <pc:chgData name="Andrew Monir" userId="a32d64b1d32ea93c" providerId="LiveId" clId="{CF2915B0-5F62-4347-BB65-ED81DCF0B46A}" dt="2024-02-04T06:50:41.169" v="9" actId="680"/>
        <pc:sldMkLst>
          <pc:docMk/>
          <pc:sldMk cId="3811632742" sldId="3590"/>
        </pc:sldMkLst>
      </pc:sldChg>
      <pc:sldMasterChg chg="modSp mod addSldLayout delSldLayout modSldLayout">
        <pc:chgData name="Andrew Monir" userId="a32d64b1d32ea93c" providerId="LiveId" clId="{CF2915B0-5F62-4347-BB65-ED81DCF0B46A}" dt="2024-02-04T08:05:17.185" v="19" actId="6014"/>
        <pc:sldMasterMkLst>
          <pc:docMk/>
          <pc:sldMasterMk cId="396153223" sldId="2147483648"/>
        </pc:sldMasterMkLst>
        <pc:grpChg chg="mod">
          <ac:chgData name="Andrew Monir" userId="a32d64b1d32ea93c" providerId="LiveId" clId="{CF2915B0-5F62-4347-BB65-ED81DCF0B46A}" dt="2024-02-04T06:49:43.027" v="2" actId="1076"/>
          <ac:grpSpMkLst>
            <pc:docMk/>
            <pc:sldMasterMk cId="396153223" sldId="2147483648"/>
            <ac:grpSpMk id="30" creationId="{96627240-10D7-84FB-8053-4FCEDB612D1A}"/>
          </ac:grpSpMkLst>
        </pc:grpChg>
        <pc:sldLayoutChg chg="mod">
          <pc:chgData name="Andrew Monir" userId="a32d64b1d32ea93c" providerId="LiveId" clId="{CF2915B0-5F62-4347-BB65-ED81DCF0B46A}" dt="2024-02-04T08:01:24.573" v="16" actId="6014"/>
          <pc:sldLayoutMkLst>
            <pc:docMk/>
            <pc:sldMasterMk cId="396153223" sldId="2147483648"/>
            <pc:sldLayoutMk cId="514468667" sldId="2147483731"/>
          </pc:sldLayoutMkLst>
        </pc:sldLayoutChg>
        <pc:sldLayoutChg chg="mod">
          <pc:chgData name="Andrew Monir" userId="a32d64b1d32ea93c" providerId="LiveId" clId="{CF2915B0-5F62-4347-BB65-ED81DCF0B46A}" dt="2024-02-04T08:05:17.185" v="19" actId="6014"/>
          <pc:sldLayoutMkLst>
            <pc:docMk/>
            <pc:sldMasterMk cId="396153223" sldId="2147483648"/>
            <pc:sldLayoutMk cId="2742419330" sldId="2147483733"/>
          </pc:sldLayoutMkLst>
        </pc:sldLayoutChg>
        <pc:sldLayoutChg chg="del">
          <pc:chgData name="Andrew Monir" userId="a32d64b1d32ea93c" providerId="LiveId" clId="{CF2915B0-5F62-4347-BB65-ED81DCF0B46A}" dt="2024-02-04T06:50:49.350" v="11" actId="2696"/>
          <pc:sldLayoutMkLst>
            <pc:docMk/>
            <pc:sldMasterMk cId="396153223" sldId="2147483648"/>
            <pc:sldLayoutMk cId="2170360270" sldId="2147483734"/>
          </pc:sldLayoutMkLst>
        </pc:sldLayoutChg>
        <pc:sldLayoutChg chg="del">
          <pc:chgData name="Andrew Monir" userId="a32d64b1d32ea93c" providerId="LiveId" clId="{CF2915B0-5F62-4347-BB65-ED81DCF0B46A}" dt="2024-02-04T06:50:28.186" v="8" actId="2696"/>
          <pc:sldLayoutMkLst>
            <pc:docMk/>
            <pc:sldMasterMk cId="396153223" sldId="2147483648"/>
            <pc:sldLayoutMk cId="3605855958" sldId="2147483735"/>
          </pc:sldLayoutMkLst>
        </pc:sldLayoutChg>
        <pc:sldLayoutChg chg="mod">
          <pc:chgData name="Andrew Monir" userId="a32d64b1d32ea93c" providerId="LiveId" clId="{CF2915B0-5F62-4347-BB65-ED81DCF0B46A}" dt="2024-02-04T08:03:53.189" v="17" actId="6014"/>
          <pc:sldLayoutMkLst>
            <pc:docMk/>
            <pc:sldMasterMk cId="396153223" sldId="2147483648"/>
            <pc:sldLayoutMk cId="4278414461" sldId="2147483736"/>
          </pc:sldLayoutMkLst>
        </pc:sldLayoutChg>
        <pc:sldLayoutChg chg="addSp modSp add mod modTransition">
          <pc:chgData name="Andrew Monir" userId="a32d64b1d32ea93c" providerId="LiveId" clId="{CF2915B0-5F62-4347-BB65-ED81DCF0B46A}" dt="2024-02-04T07:57:37.588" v="15" actId="6014"/>
          <pc:sldLayoutMkLst>
            <pc:docMk/>
            <pc:sldMasterMk cId="396153223" sldId="2147483648"/>
            <pc:sldLayoutMk cId="1803335719" sldId="2147483737"/>
          </pc:sldLayoutMkLst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7" creationId="{A383AB23-525F-A8EC-B362-E275113EBF5C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8" creationId="{7BBF9EAD-12B3-F7D4-EC7E-D22AF39042C8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9" creationId="{61746537-7EFE-CBAA-0F26-C90D60AD0AA5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0" creationId="{75A8A09A-4E17-E708-5216-2730171D5D09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1" creationId="{AC7BFED6-0E93-AD84-C6A1-99DB3ED40696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4" creationId="{E9E4F647-9C2A-68FD-C13A-9E41E2A71C21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5" creationId="{074DD614-634A-14AC-76F0-F302C04A198E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7" creationId="{4410E511-FE5E-6AF5-C815-1F5428ADDD40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8" creationId="{8732CB39-E1F2-6829-2BE9-45F6CC357D53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19" creationId="{3B7E100C-E9F7-B1E8-A007-B42B85C0CFC8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0" creationId="{0A3A952F-AA9B-A2C6-8B7B-0A5B8C2A5B36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1" creationId="{1EE5DD02-D406-9244-9191-37060F9B420A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2" creationId="{4CF3EED4-AE8C-E1DA-57AF-D65B39D08F62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3" creationId="{F04929C1-FAC6-8B72-54C9-BDC4BC4538D3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4" creationId="{016E5E33-243B-C35D-2D3E-8FF478C80B40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5" creationId="{74B1DAC1-C731-4FB0-16EA-049E1C0B8195}"/>
            </ac:spMkLst>
          </pc:spChg>
          <pc:spChg chg="mod">
            <ac:chgData name="Andrew Monir" userId="a32d64b1d32ea93c" providerId="LiveId" clId="{CF2915B0-5F62-4347-BB65-ED81DCF0B46A}" dt="2024-02-04T06:49:44.601" v="3"/>
            <ac:spMkLst>
              <pc:docMk/>
              <pc:sldMasterMk cId="396153223" sldId="2147483648"/>
              <pc:sldLayoutMk cId="1803335719" sldId="2147483737"/>
              <ac:spMk id="26" creationId="{818A4DB7-6379-73F5-FAF7-21C5542AC657}"/>
            </ac:spMkLst>
          </pc:spChg>
          <pc:grpChg chg="add mod ord">
            <ac:chgData name="Andrew Monir" userId="a32d64b1d32ea93c" providerId="LiveId" clId="{CF2915B0-5F62-4347-BB65-ED81DCF0B46A}" dt="2024-02-04T06:49:48.431" v="4" actId="167"/>
            <ac:grpSpMkLst>
              <pc:docMk/>
              <pc:sldMasterMk cId="396153223" sldId="2147483648"/>
              <pc:sldLayoutMk cId="1803335719" sldId="2147483737"/>
              <ac:grpSpMk id="6" creationId="{98DCB2B7-37D4-586C-9735-D02CF95B6371}"/>
            </ac:grpSpMkLst>
          </pc:grpChg>
          <pc:grpChg chg="mod">
            <ac:chgData name="Andrew Monir" userId="a32d64b1d32ea93c" providerId="LiveId" clId="{CF2915B0-5F62-4347-BB65-ED81DCF0B46A}" dt="2024-02-04T06:49:44.601" v="3"/>
            <ac:grpSpMkLst>
              <pc:docMk/>
              <pc:sldMasterMk cId="396153223" sldId="2147483648"/>
              <pc:sldLayoutMk cId="1803335719" sldId="2147483737"/>
              <ac:grpSpMk id="12" creationId="{F1A93322-5656-643E-0D34-92F2AFFC36FB}"/>
            </ac:grpSpMkLst>
          </pc:grpChg>
          <pc:grpChg chg="mod">
            <ac:chgData name="Andrew Monir" userId="a32d64b1d32ea93c" providerId="LiveId" clId="{CF2915B0-5F62-4347-BB65-ED81DCF0B46A}" dt="2024-02-04T06:49:44.601" v="3"/>
            <ac:grpSpMkLst>
              <pc:docMk/>
              <pc:sldMasterMk cId="396153223" sldId="2147483648"/>
              <pc:sldLayoutMk cId="1803335719" sldId="2147483737"/>
              <ac:grpSpMk id="13" creationId="{53467845-68A8-DE04-8FB8-B1E1BD7B6D10}"/>
            </ac:grpSpMkLst>
          </pc:grpChg>
          <pc:grpChg chg="mod">
            <ac:chgData name="Andrew Monir" userId="a32d64b1d32ea93c" providerId="LiveId" clId="{CF2915B0-5F62-4347-BB65-ED81DCF0B46A}" dt="2024-02-04T06:49:44.601" v="3"/>
            <ac:grpSpMkLst>
              <pc:docMk/>
              <pc:sldMasterMk cId="396153223" sldId="2147483648"/>
              <pc:sldLayoutMk cId="1803335719" sldId="2147483737"/>
              <ac:grpSpMk id="16" creationId="{8307848D-BFA6-3139-3BEF-5A1BD8D88455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C30DC546-A160-40B6-92C2-C2C8C7C6873D}" type="datetimeFigureOut">
              <a:rPr lang="en-US" smtClean="0"/>
              <a:pPr/>
              <a:t>2/4/2024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DD1A2537-3EE0-4E98-9EF3-DEFAB0CB9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8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-Design Them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EE0E4AD-6732-842B-9694-1EA28E1416C0}"/>
              </a:ext>
            </a:extLst>
          </p:cNvPr>
          <p:cNvSpPr/>
          <p:nvPr/>
        </p:nvSpPr>
        <p:spPr>
          <a:xfrm rot="5400000">
            <a:off x="7594298" y="1733227"/>
            <a:ext cx="6198697" cy="2996708"/>
          </a:xfrm>
          <a:custGeom>
            <a:avLst/>
            <a:gdLst>
              <a:gd name="connsiteX0" fmla="*/ 2687289 w 3259521"/>
              <a:gd name="connsiteY0" fmla="*/ 0 h 1575788"/>
              <a:gd name="connsiteX1" fmla="*/ 1629761 w 3259521"/>
              <a:gd name="connsiteY1" fmla="*/ 1003944 h 1575788"/>
              <a:gd name="connsiteX2" fmla="*/ 572233 w 3259521"/>
              <a:gd name="connsiteY2" fmla="*/ 0 h 1575788"/>
              <a:gd name="connsiteX3" fmla="*/ 0 w 3259521"/>
              <a:gd name="connsiteY3" fmla="*/ 0 h 1575788"/>
              <a:gd name="connsiteX4" fmla="*/ 1629761 w 3259521"/>
              <a:gd name="connsiteY4" fmla="*/ 1575789 h 1575788"/>
              <a:gd name="connsiteX5" fmla="*/ 3259522 w 3259521"/>
              <a:gd name="connsiteY5" fmla="*/ 0 h 1575788"/>
              <a:gd name="connsiteX6" fmla="*/ 2687289 w 3259521"/>
              <a:gd name="connsiteY6" fmla="*/ 0 h 157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9521" h="1575788">
                <a:moveTo>
                  <a:pt x="2687289" y="0"/>
                </a:moveTo>
                <a:cubicBezTo>
                  <a:pt x="2658655" y="559241"/>
                  <a:pt x="2196176" y="1003944"/>
                  <a:pt x="1629761" y="1003944"/>
                </a:cubicBezTo>
                <a:cubicBezTo>
                  <a:pt x="1063346" y="1003944"/>
                  <a:pt x="600867" y="559305"/>
                  <a:pt x="572233" y="0"/>
                </a:cubicBezTo>
                <a:lnTo>
                  <a:pt x="0" y="0"/>
                </a:lnTo>
                <a:cubicBezTo>
                  <a:pt x="29022" y="875187"/>
                  <a:pt x="747529" y="1575789"/>
                  <a:pt x="1629761" y="1575789"/>
                </a:cubicBezTo>
                <a:cubicBezTo>
                  <a:pt x="2511993" y="1575789"/>
                  <a:pt x="3230500" y="875187"/>
                  <a:pt x="3259522" y="0"/>
                </a:cubicBezTo>
                <a:lnTo>
                  <a:pt x="2687289" y="0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0C8DB7-0454-F510-1CFC-FA1BC11D4B27}"/>
              </a:ext>
            </a:extLst>
          </p:cNvPr>
          <p:cNvSpPr/>
          <p:nvPr/>
        </p:nvSpPr>
        <p:spPr>
          <a:xfrm rot="5400000">
            <a:off x="11201790" y="2501981"/>
            <a:ext cx="181801" cy="181922"/>
          </a:xfrm>
          <a:custGeom>
            <a:avLst/>
            <a:gdLst>
              <a:gd name="connsiteX0" fmla="*/ 89781 w 95598"/>
              <a:gd name="connsiteY0" fmla="*/ 5817 h 95662"/>
              <a:gd name="connsiteX1" fmla="*/ 89781 w 95598"/>
              <a:gd name="connsiteY1" fmla="*/ 5817 h 95662"/>
              <a:gd name="connsiteX2" fmla="*/ 61793 w 95598"/>
              <a:gd name="connsiteY2" fmla="*/ 5817 h 95662"/>
              <a:gd name="connsiteX3" fmla="*/ 47767 w 95598"/>
              <a:gd name="connsiteY3" fmla="*/ 19779 h 95662"/>
              <a:gd name="connsiteX4" fmla="*/ 33805 w 95598"/>
              <a:gd name="connsiteY4" fmla="*/ 5817 h 95662"/>
              <a:gd name="connsiteX5" fmla="*/ 5817 w 95598"/>
              <a:gd name="connsiteY5" fmla="*/ 5817 h 95662"/>
              <a:gd name="connsiteX6" fmla="*/ 5817 w 95598"/>
              <a:gd name="connsiteY6" fmla="*/ 5817 h 95662"/>
              <a:gd name="connsiteX7" fmla="*/ 5817 w 95598"/>
              <a:gd name="connsiteY7" fmla="*/ 33805 h 95662"/>
              <a:gd name="connsiteX8" fmla="*/ 19844 w 95598"/>
              <a:gd name="connsiteY8" fmla="*/ 47831 h 95662"/>
              <a:gd name="connsiteX9" fmla="*/ 5817 w 95598"/>
              <a:gd name="connsiteY9" fmla="*/ 61858 h 95662"/>
              <a:gd name="connsiteX10" fmla="*/ 5817 w 95598"/>
              <a:gd name="connsiteY10" fmla="*/ 89846 h 95662"/>
              <a:gd name="connsiteX11" fmla="*/ 5817 w 95598"/>
              <a:gd name="connsiteY11" fmla="*/ 89846 h 95662"/>
              <a:gd name="connsiteX12" fmla="*/ 33805 w 95598"/>
              <a:gd name="connsiteY12" fmla="*/ 89846 h 95662"/>
              <a:gd name="connsiteX13" fmla="*/ 47767 w 95598"/>
              <a:gd name="connsiteY13" fmla="*/ 75884 h 95662"/>
              <a:gd name="connsiteX14" fmla="*/ 61793 w 95598"/>
              <a:gd name="connsiteY14" fmla="*/ 89846 h 95662"/>
              <a:gd name="connsiteX15" fmla="*/ 89781 w 95598"/>
              <a:gd name="connsiteY15" fmla="*/ 89846 h 95662"/>
              <a:gd name="connsiteX16" fmla="*/ 89781 w 95598"/>
              <a:gd name="connsiteY16" fmla="*/ 89846 h 95662"/>
              <a:gd name="connsiteX17" fmla="*/ 89781 w 95598"/>
              <a:gd name="connsiteY17" fmla="*/ 61858 h 95662"/>
              <a:gd name="connsiteX18" fmla="*/ 75819 w 95598"/>
              <a:gd name="connsiteY18" fmla="*/ 47831 h 95662"/>
              <a:gd name="connsiteX19" fmla="*/ 89781 w 95598"/>
              <a:gd name="connsiteY19" fmla="*/ 33805 h 95662"/>
              <a:gd name="connsiteX20" fmla="*/ 89781 w 95598"/>
              <a:gd name="connsiteY20" fmla="*/ 5817 h 9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98" h="95662">
                <a:moveTo>
                  <a:pt x="89781" y="5817"/>
                </a:moveTo>
                <a:lnTo>
                  <a:pt x="89781" y="5817"/>
                </a:lnTo>
                <a:cubicBezTo>
                  <a:pt x="82024" y="-1939"/>
                  <a:pt x="69550" y="-1939"/>
                  <a:pt x="61793" y="5817"/>
                </a:cubicBezTo>
                <a:lnTo>
                  <a:pt x="47767" y="19779"/>
                </a:lnTo>
                <a:lnTo>
                  <a:pt x="33805" y="5817"/>
                </a:lnTo>
                <a:cubicBezTo>
                  <a:pt x="26049" y="-1939"/>
                  <a:pt x="13574" y="-1939"/>
                  <a:pt x="5817" y="5817"/>
                </a:cubicBezTo>
                <a:lnTo>
                  <a:pt x="5817" y="5817"/>
                </a:lnTo>
                <a:cubicBezTo>
                  <a:pt x="-1939" y="13574"/>
                  <a:pt x="-1939" y="26049"/>
                  <a:pt x="5817" y="33805"/>
                </a:cubicBezTo>
                <a:lnTo>
                  <a:pt x="19844" y="47831"/>
                </a:lnTo>
                <a:lnTo>
                  <a:pt x="5817" y="61858"/>
                </a:lnTo>
                <a:cubicBezTo>
                  <a:pt x="-1939" y="69614"/>
                  <a:pt x="-1939" y="82089"/>
                  <a:pt x="5817" y="89846"/>
                </a:cubicBezTo>
                <a:lnTo>
                  <a:pt x="5817" y="89846"/>
                </a:lnTo>
                <a:cubicBezTo>
                  <a:pt x="13574" y="97602"/>
                  <a:pt x="26049" y="97602"/>
                  <a:pt x="33805" y="89846"/>
                </a:cubicBezTo>
                <a:lnTo>
                  <a:pt x="47767" y="75884"/>
                </a:lnTo>
                <a:lnTo>
                  <a:pt x="61793" y="89846"/>
                </a:lnTo>
                <a:cubicBezTo>
                  <a:pt x="69550" y="97602"/>
                  <a:pt x="82024" y="97602"/>
                  <a:pt x="89781" y="89846"/>
                </a:cubicBezTo>
                <a:lnTo>
                  <a:pt x="89781" y="89846"/>
                </a:lnTo>
                <a:cubicBezTo>
                  <a:pt x="97537" y="82089"/>
                  <a:pt x="97537" y="69614"/>
                  <a:pt x="89781" y="61858"/>
                </a:cubicBezTo>
                <a:lnTo>
                  <a:pt x="75819" y="47831"/>
                </a:lnTo>
                <a:lnTo>
                  <a:pt x="89781" y="33805"/>
                </a:lnTo>
                <a:cubicBezTo>
                  <a:pt x="97537" y="26049"/>
                  <a:pt x="97537" y="13574"/>
                  <a:pt x="89781" y="5817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8AA03C-F264-3849-09E4-BB9E495FFB48}"/>
              </a:ext>
            </a:extLst>
          </p:cNvPr>
          <p:cNvSpPr/>
          <p:nvPr/>
        </p:nvSpPr>
        <p:spPr>
          <a:xfrm rot="5400000">
            <a:off x="8815878" y="5994310"/>
            <a:ext cx="623089" cy="623089"/>
          </a:xfrm>
          <a:custGeom>
            <a:avLst/>
            <a:gdLst>
              <a:gd name="connsiteX0" fmla="*/ 307770 w 327645"/>
              <a:gd name="connsiteY0" fmla="*/ 19876 h 327645"/>
              <a:gd name="connsiteX1" fmla="*/ 307770 w 327645"/>
              <a:gd name="connsiteY1" fmla="*/ 19876 h 327645"/>
              <a:gd name="connsiteX2" fmla="*/ 211784 w 327645"/>
              <a:gd name="connsiteY2" fmla="*/ 19876 h 327645"/>
              <a:gd name="connsiteX3" fmla="*/ 163823 w 327645"/>
              <a:gd name="connsiteY3" fmla="*/ 67837 h 327645"/>
              <a:gd name="connsiteX4" fmla="*/ 115862 w 327645"/>
              <a:gd name="connsiteY4" fmla="*/ 19876 h 327645"/>
              <a:gd name="connsiteX5" fmla="*/ 19876 w 327645"/>
              <a:gd name="connsiteY5" fmla="*/ 19876 h 327645"/>
              <a:gd name="connsiteX6" fmla="*/ 19876 w 327645"/>
              <a:gd name="connsiteY6" fmla="*/ 19876 h 327645"/>
              <a:gd name="connsiteX7" fmla="*/ 19876 w 327645"/>
              <a:gd name="connsiteY7" fmla="*/ 115862 h 327645"/>
              <a:gd name="connsiteX8" fmla="*/ 67837 w 327645"/>
              <a:gd name="connsiteY8" fmla="*/ 163823 h 327645"/>
              <a:gd name="connsiteX9" fmla="*/ 19876 w 327645"/>
              <a:gd name="connsiteY9" fmla="*/ 211784 h 327645"/>
              <a:gd name="connsiteX10" fmla="*/ 19876 w 327645"/>
              <a:gd name="connsiteY10" fmla="*/ 307770 h 327645"/>
              <a:gd name="connsiteX11" fmla="*/ 19876 w 327645"/>
              <a:gd name="connsiteY11" fmla="*/ 307770 h 327645"/>
              <a:gd name="connsiteX12" fmla="*/ 115862 w 327645"/>
              <a:gd name="connsiteY12" fmla="*/ 307770 h 327645"/>
              <a:gd name="connsiteX13" fmla="*/ 163823 w 327645"/>
              <a:gd name="connsiteY13" fmla="*/ 259809 h 327645"/>
              <a:gd name="connsiteX14" fmla="*/ 211784 w 327645"/>
              <a:gd name="connsiteY14" fmla="*/ 307770 h 327645"/>
              <a:gd name="connsiteX15" fmla="*/ 307770 w 327645"/>
              <a:gd name="connsiteY15" fmla="*/ 307770 h 327645"/>
              <a:gd name="connsiteX16" fmla="*/ 307770 w 327645"/>
              <a:gd name="connsiteY16" fmla="*/ 307770 h 327645"/>
              <a:gd name="connsiteX17" fmla="*/ 307770 w 327645"/>
              <a:gd name="connsiteY17" fmla="*/ 211784 h 327645"/>
              <a:gd name="connsiteX18" fmla="*/ 259809 w 327645"/>
              <a:gd name="connsiteY18" fmla="*/ 163823 h 327645"/>
              <a:gd name="connsiteX19" fmla="*/ 307770 w 327645"/>
              <a:gd name="connsiteY19" fmla="*/ 115862 h 327645"/>
              <a:gd name="connsiteX20" fmla="*/ 307770 w 327645"/>
              <a:gd name="connsiteY20" fmla="*/ 19876 h 3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645" h="327645">
                <a:moveTo>
                  <a:pt x="307770" y="19876"/>
                </a:moveTo>
                <a:lnTo>
                  <a:pt x="307770" y="19876"/>
                </a:lnTo>
                <a:cubicBezTo>
                  <a:pt x="281269" y="-6625"/>
                  <a:pt x="238285" y="-6625"/>
                  <a:pt x="211784" y="19876"/>
                </a:cubicBezTo>
                <a:lnTo>
                  <a:pt x="163823" y="67837"/>
                </a:lnTo>
                <a:lnTo>
                  <a:pt x="115862" y="19876"/>
                </a:lnTo>
                <a:cubicBezTo>
                  <a:pt x="89361" y="-6625"/>
                  <a:pt x="46377" y="-6625"/>
                  <a:pt x="19876" y="19876"/>
                </a:cubicBezTo>
                <a:lnTo>
                  <a:pt x="19876" y="19876"/>
                </a:lnTo>
                <a:cubicBezTo>
                  <a:pt x="-6625" y="46377"/>
                  <a:pt x="-6625" y="89361"/>
                  <a:pt x="19876" y="115862"/>
                </a:cubicBezTo>
                <a:lnTo>
                  <a:pt x="67837" y="163823"/>
                </a:lnTo>
                <a:lnTo>
                  <a:pt x="19876" y="211784"/>
                </a:lnTo>
                <a:cubicBezTo>
                  <a:pt x="-6625" y="238285"/>
                  <a:pt x="-6625" y="281269"/>
                  <a:pt x="19876" y="307770"/>
                </a:cubicBezTo>
                <a:lnTo>
                  <a:pt x="19876" y="307770"/>
                </a:lnTo>
                <a:cubicBezTo>
                  <a:pt x="46377" y="334271"/>
                  <a:pt x="89361" y="334271"/>
                  <a:pt x="115862" y="307770"/>
                </a:cubicBezTo>
                <a:lnTo>
                  <a:pt x="163823" y="259809"/>
                </a:lnTo>
                <a:lnTo>
                  <a:pt x="211784" y="307770"/>
                </a:lnTo>
                <a:cubicBezTo>
                  <a:pt x="238285" y="334271"/>
                  <a:pt x="281269" y="334271"/>
                  <a:pt x="307770" y="307770"/>
                </a:cubicBezTo>
                <a:lnTo>
                  <a:pt x="307770" y="307770"/>
                </a:lnTo>
                <a:cubicBezTo>
                  <a:pt x="334271" y="281269"/>
                  <a:pt x="334271" y="238285"/>
                  <a:pt x="307770" y="211784"/>
                </a:cubicBezTo>
                <a:lnTo>
                  <a:pt x="259809" y="163823"/>
                </a:lnTo>
                <a:lnTo>
                  <a:pt x="307770" y="115862"/>
                </a:lnTo>
                <a:cubicBezTo>
                  <a:pt x="334271" y="89361"/>
                  <a:pt x="334271" y="46377"/>
                  <a:pt x="307770" y="1987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3463C0-606D-1DB6-8669-2E2E1AC96D45}"/>
              </a:ext>
            </a:extLst>
          </p:cNvPr>
          <p:cNvSpPr/>
          <p:nvPr/>
        </p:nvSpPr>
        <p:spPr>
          <a:xfrm rot="5400000">
            <a:off x="1827900" y="674871"/>
            <a:ext cx="623089" cy="623089"/>
          </a:xfrm>
          <a:custGeom>
            <a:avLst/>
            <a:gdLst>
              <a:gd name="connsiteX0" fmla="*/ 307770 w 327645"/>
              <a:gd name="connsiteY0" fmla="*/ 19876 h 327645"/>
              <a:gd name="connsiteX1" fmla="*/ 307770 w 327645"/>
              <a:gd name="connsiteY1" fmla="*/ 19876 h 327645"/>
              <a:gd name="connsiteX2" fmla="*/ 211784 w 327645"/>
              <a:gd name="connsiteY2" fmla="*/ 19876 h 327645"/>
              <a:gd name="connsiteX3" fmla="*/ 163823 w 327645"/>
              <a:gd name="connsiteY3" fmla="*/ 67836 h 327645"/>
              <a:gd name="connsiteX4" fmla="*/ 115862 w 327645"/>
              <a:gd name="connsiteY4" fmla="*/ 19876 h 327645"/>
              <a:gd name="connsiteX5" fmla="*/ 19876 w 327645"/>
              <a:gd name="connsiteY5" fmla="*/ 19876 h 327645"/>
              <a:gd name="connsiteX6" fmla="*/ 19876 w 327645"/>
              <a:gd name="connsiteY6" fmla="*/ 19876 h 327645"/>
              <a:gd name="connsiteX7" fmla="*/ 19876 w 327645"/>
              <a:gd name="connsiteY7" fmla="*/ 115862 h 327645"/>
              <a:gd name="connsiteX8" fmla="*/ 67837 w 327645"/>
              <a:gd name="connsiteY8" fmla="*/ 163823 h 327645"/>
              <a:gd name="connsiteX9" fmla="*/ 19876 w 327645"/>
              <a:gd name="connsiteY9" fmla="*/ 211783 h 327645"/>
              <a:gd name="connsiteX10" fmla="*/ 19876 w 327645"/>
              <a:gd name="connsiteY10" fmla="*/ 307769 h 327645"/>
              <a:gd name="connsiteX11" fmla="*/ 19876 w 327645"/>
              <a:gd name="connsiteY11" fmla="*/ 307769 h 327645"/>
              <a:gd name="connsiteX12" fmla="*/ 115862 w 327645"/>
              <a:gd name="connsiteY12" fmla="*/ 307769 h 327645"/>
              <a:gd name="connsiteX13" fmla="*/ 163823 w 327645"/>
              <a:gd name="connsiteY13" fmla="*/ 259809 h 327645"/>
              <a:gd name="connsiteX14" fmla="*/ 211784 w 327645"/>
              <a:gd name="connsiteY14" fmla="*/ 307769 h 327645"/>
              <a:gd name="connsiteX15" fmla="*/ 307770 w 327645"/>
              <a:gd name="connsiteY15" fmla="*/ 307769 h 327645"/>
              <a:gd name="connsiteX16" fmla="*/ 307770 w 327645"/>
              <a:gd name="connsiteY16" fmla="*/ 307769 h 327645"/>
              <a:gd name="connsiteX17" fmla="*/ 307770 w 327645"/>
              <a:gd name="connsiteY17" fmla="*/ 211783 h 327645"/>
              <a:gd name="connsiteX18" fmla="*/ 259809 w 327645"/>
              <a:gd name="connsiteY18" fmla="*/ 163823 h 327645"/>
              <a:gd name="connsiteX19" fmla="*/ 307770 w 327645"/>
              <a:gd name="connsiteY19" fmla="*/ 115862 h 327645"/>
              <a:gd name="connsiteX20" fmla="*/ 307770 w 327645"/>
              <a:gd name="connsiteY20" fmla="*/ 19876 h 3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645" h="327645">
                <a:moveTo>
                  <a:pt x="307770" y="19876"/>
                </a:moveTo>
                <a:lnTo>
                  <a:pt x="307770" y="19876"/>
                </a:lnTo>
                <a:cubicBezTo>
                  <a:pt x="281268" y="-6625"/>
                  <a:pt x="238285" y="-6625"/>
                  <a:pt x="211784" y="19876"/>
                </a:cubicBezTo>
                <a:lnTo>
                  <a:pt x="163823" y="67836"/>
                </a:lnTo>
                <a:lnTo>
                  <a:pt x="115862" y="19876"/>
                </a:lnTo>
                <a:cubicBezTo>
                  <a:pt x="89361" y="-6625"/>
                  <a:pt x="46377" y="-6625"/>
                  <a:pt x="19876" y="19876"/>
                </a:cubicBezTo>
                <a:lnTo>
                  <a:pt x="19876" y="19876"/>
                </a:lnTo>
                <a:cubicBezTo>
                  <a:pt x="-6625" y="46377"/>
                  <a:pt x="-6625" y="89361"/>
                  <a:pt x="19876" y="115862"/>
                </a:cubicBezTo>
                <a:lnTo>
                  <a:pt x="67837" y="163823"/>
                </a:lnTo>
                <a:lnTo>
                  <a:pt x="19876" y="211783"/>
                </a:lnTo>
                <a:cubicBezTo>
                  <a:pt x="-6625" y="238285"/>
                  <a:pt x="-6625" y="281268"/>
                  <a:pt x="19876" y="307769"/>
                </a:cubicBezTo>
                <a:lnTo>
                  <a:pt x="19876" y="307769"/>
                </a:lnTo>
                <a:cubicBezTo>
                  <a:pt x="46377" y="334271"/>
                  <a:pt x="89361" y="334271"/>
                  <a:pt x="115862" y="307769"/>
                </a:cubicBezTo>
                <a:lnTo>
                  <a:pt x="163823" y="259809"/>
                </a:lnTo>
                <a:lnTo>
                  <a:pt x="211784" y="307769"/>
                </a:lnTo>
                <a:cubicBezTo>
                  <a:pt x="238285" y="334271"/>
                  <a:pt x="281268" y="334271"/>
                  <a:pt x="307770" y="307769"/>
                </a:cubicBezTo>
                <a:lnTo>
                  <a:pt x="307770" y="307769"/>
                </a:lnTo>
                <a:cubicBezTo>
                  <a:pt x="334271" y="281268"/>
                  <a:pt x="334271" y="238285"/>
                  <a:pt x="307770" y="211783"/>
                </a:cubicBezTo>
                <a:lnTo>
                  <a:pt x="259809" y="163823"/>
                </a:lnTo>
                <a:lnTo>
                  <a:pt x="307770" y="115862"/>
                </a:lnTo>
                <a:cubicBezTo>
                  <a:pt x="334271" y="89361"/>
                  <a:pt x="334271" y="46377"/>
                  <a:pt x="307770" y="1987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D999CFD3-05B7-67DC-4D77-A0498D099897}"/>
              </a:ext>
            </a:extLst>
          </p:cNvPr>
          <p:cNvSpPr/>
          <p:nvPr/>
        </p:nvSpPr>
        <p:spPr>
          <a:xfrm rot="5400000">
            <a:off x="10931822" y="-52898"/>
            <a:ext cx="1207281" cy="1313076"/>
          </a:xfrm>
          <a:custGeom>
            <a:avLst/>
            <a:gdLst>
              <a:gd name="connsiteX0" fmla="*/ 0 w 1207281"/>
              <a:gd name="connsiteY0" fmla="*/ 1313076 h 1313076"/>
              <a:gd name="connsiteX1" fmla="*/ 0 w 1207281"/>
              <a:gd name="connsiteY1" fmla="*/ 0 h 1313076"/>
              <a:gd name="connsiteX2" fmla="*/ 1204299 w 1207281"/>
              <a:gd name="connsiteY2" fmla="*/ 0 h 1313076"/>
              <a:gd name="connsiteX3" fmla="*/ 1207281 w 1207281"/>
              <a:gd name="connsiteY3" fmla="*/ 59056 h 1313076"/>
              <a:gd name="connsiteX4" fmla="*/ 79245 w 1207281"/>
              <a:gd name="connsiteY4" fmla="*/ 1309075 h 131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281" h="1313076">
                <a:moveTo>
                  <a:pt x="0" y="1313076"/>
                </a:moveTo>
                <a:lnTo>
                  <a:pt x="0" y="0"/>
                </a:lnTo>
                <a:lnTo>
                  <a:pt x="1204299" y="0"/>
                </a:lnTo>
                <a:lnTo>
                  <a:pt x="1207281" y="59056"/>
                </a:lnTo>
                <a:cubicBezTo>
                  <a:pt x="1207281" y="709632"/>
                  <a:pt x="712846" y="1244729"/>
                  <a:pt x="79245" y="1309075"/>
                </a:cubicBezTo>
                <a:close/>
              </a:path>
            </a:pathLst>
          </a:custGeom>
          <a:solidFill>
            <a:schemeClr val="accent1">
              <a:alpha val="54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D1C36CC7-99C9-D8E2-DB28-D3B6731518D9}"/>
              </a:ext>
            </a:extLst>
          </p:cNvPr>
          <p:cNvSpPr/>
          <p:nvPr userDrawn="1"/>
        </p:nvSpPr>
        <p:spPr>
          <a:xfrm rot="5400000">
            <a:off x="5292550" y="-301003"/>
            <a:ext cx="828495" cy="1430501"/>
          </a:xfrm>
          <a:custGeom>
            <a:avLst/>
            <a:gdLst>
              <a:gd name="connsiteX0" fmla="*/ 0 w 828495"/>
              <a:gd name="connsiteY0" fmla="*/ 1247535 h 1430501"/>
              <a:gd name="connsiteX1" fmla="*/ 0 w 828495"/>
              <a:gd name="connsiteY1" fmla="*/ 182968 h 1430501"/>
              <a:gd name="connsiteX2" fmla="*/ 113243 w 828495"/>
              <a:gd name="connsiteY2" fmla="*/ 296210 h 1430501"/>
              <a:gd name="connsiteX3" fmla="*/ 322702 w 828495"/>
              <a:gd name="connsiteY3" fmla="*/ 86753 h 1430501"/>
              <a:gd name="connsiteX4" fmla="*/ 741742 w 828495"/>
              <a:gd name="connsiteY4" fmla="*/ 86753 h 1430501"/>
              <a:gd name="connsiteX5" fmla="*/ 741742 w 828495"/>
              <a:gd name="connsiteY5" fmla="*/ 505791 h 1430501"/>
              <a:gd name="connsiteX6" fmla="*/ 532283 w 828495"/>
              <a:gd name="connsiteY6" fmla="*/ 715251 h 1430501"/>
              <a:gd name="connsiteX7" fmla="*/ 741742 w 828495"/>
              <a:gd name="connsiteY7" fmla="*/ 924710 h 1430501"/>
              <a:gd name="connsiteX8" fmla="*/ 741742 w 828495"/>
              <a:gd name="connsiteY8" fmla="*/ 1343750 h 1430501"/>
              <a:gd name="connsiteX9" fmla="*/ 322702 w 828495"/>
              <a:gd name="connsiteY9" fmla="*/ 1343750 h 1430501"/>
              <a:gd name="connsiteX10" fmla="*/ 113243 w 828495"/>
              <a:gd name="connsiteY10" fmla="*/ 1134291 h 143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495" h="1430501">
                <a:moveTo>
                  <a:pt x="0" y="1247535"/>
                </a:moveTo>
                <a:lnTo>
                  <a:pt x="0" y="182968"/>
                </a:lnTo>
                <a:lnTo>
                  <a:pt x="113243" y="296210"/>
                </a:lnTo>
                <a:lnTo>
                  <a:pt x="322702" y="86753"/>
                </a:lnTo>
                <a:cubicBezTo>
                  <a:pt x="438494" y="-28918"/>
                  <a:pt x="626074" y="-28918"/>
                  <a:pt x="741742" y="86753"/>
                </a:cubicBezTo>
                <a:cubicBezTo>
                  <a:pt x="857413" y="202545"/>
                  <a:pt x="857413" y="390123"/>
                  <a:pt x="741742" y="505791"/>
                </a:cubicBezTo>
                <a:lnTo>
                  <a:pt x="532283" y="715251"/>
                </a:lnTo>
                <a:lnTo>
                  <a:pt x="741742" y="924710"/>
                </a:lnTo>
                <a:cubicBezTo>
                  <a:pt x="857413" y="1040502"/>
                  <a:pt x="857413" y="1228080"/>
                  <a:pt x="741742" y="1343750"/>
                </a:cubicBezTo>
                <a:cubicBezTo>
                  <a:pt x="625950" y="1459419"/>
                  <a:pt x="438372" y="1459419"/>
                  <a:pt x="322702" y="1343750"/>
                </a:cubicBezTo>
                <a:lnTo>
                  <a:pt x="113243" y="1134291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EF57458-BD58-E12F-E740-093ADA842AF5}"/>
              </a:ext>
            </a:extLst>
          </p:cNvPr>
          <p:cNvSpPr/>
          <p:nvPr/>
        </p:nvSpPr>
        <p:spPr>
          <a:xfrm rot="5400000">
            <a:off x="505999" y="263254"/>
            <a:ext cx="773054" cy="867951"/>
          </a:xfrm>
          <a:custGeom>
            <a:avLst/>
            <a:gdLst>
              <a:gd name="connsiteX0" fmla="*/ 730524 w 773054"/>
              <a:gd name="connsiteY0" fmla="*/ 21265 h 867951"/>
              <a:gd name="connsiteX1" fmla="*/ 751789 w 773054"/>
              <a:gd name="connsiteY1" fmla="*/ 0 h 867951"/>
              <a:gd name="connsiteX2" fmla="*/ 773054 w 773054"/>
              <a:gd name="connsiteY2" fmla="*/ 21265 h 867951"/>
              <a:gd name="connsiteX3" fmla="*/ 751789 w 773054"/>
              <a:gd name="connsiteY3" fmla="*/ 42530 h 867951"/>
              <a:gd name="connsiteX4" fmla="*/ 730524 w 773054"/>
              <a:gd name="connsiteY4" fmla="*/ 21265 h 867951"/>
              <a:gd name="connsiteX5" fmla="*/ 730524 w 773054"/>
              <a:gd name="connsiteY5" fmla="*/ 296363 h 867951"/>
              <a:gd name="connsiteX6" fmla="*/ 751789 w 773054"/>
              <a:gd name="connsiteY6" fmla="*/ 275098 h 867951"/>
              <a:gd name="connsiteX7" fmla="*/ 773054 w 773054"/>
              <a:gd name="connsiteY7" fmla="*/ 296363 h 867951"/>
              <a:gd name="connsiteX8" fmla="*/ 751789 w 773054"/>
              <a:gd name="connsiteY8" fmla="*/ 317630 h 867951"/>
              <a:gd name="connsiteX9" fmla="*/ 730524 w 773054"/>
              <a:gd name="connsiteY9" fmla="*/ 296363 h 867951"/>
              <a:gd name="connsiteX10" fmla="*/ 730524 w 773054"/>
              <a:gd name="connsiteY10" fmla="*/ 571585 h 867951"/>
              <a:gd name="connsiteX11" fmla="*/ 751789 w 773054"/>
              <a:gd name="connsiteY11" fmla="*/ 550320 h 867951"/>
              <a:gd name="connsiteX12" fmla="*/ 773054 w 773054"/>
              <a:gd name="connsiteY12" fmla="*/ 571585 h 867951"/>
              <a:gd name="connsiteX13" fmla="*/ 751789 w 773054"/>
              <a:gd name="connsiteY13" fmla="*/ 592852 h 867951"/>
              <a:gd name="connsiteX14" fmla="*/ 730524 w 773054"/>
              <a:gd name="connsiteY14" fmla="*/ 571585 h 867951"/>
              <a:gd name="connsiteX15" fmla="*/ 730524 w 773054"/>
              <a:gd name="connsiteY15" fmla="*/ 846684 h 867951"/>
              <a:gd name="connsiteX16" fmla="*/ 751789 w 773054"/>
              <a:gd name="connsiteY16" fmla="*/ 825419 h 867951"/>
              <a:gd name="connsiteX17" fmla="*/ 773054 w 773054"/>
              <a:gd name="connsiteY17" fmla="*/ 846684 h 867951"/>
              <a:gd name="connsiteX18" fmla="*/ 751789 w 773054"/>
              <a:gd name="connsiteY18" fmla="*/ 867951 h 867951"/>
              <a:gd name="connsiteX19" fmla="*/ 730524 w 773054"/>
              <a:gd name="connsiteY19" fmla="*/ 846684 h 867951"/>
              <a:gd name="connsiteX20" fmla="*/ 487017 w 773054"/>
              <a:gd name="connsiteY20" fmla="*/ 21265 h 867951"/>
              <a:gd name="connsiteX21" fmla="*/ 508282 w 773054"/>
              <a:gd name="connsiteY21" fmla="*/ 0 h 867951"/>
              <a:gd name="connsiteX22" fmla="*/ 529547 w 773054"/>
              <a:gd name="connsiteY22" fmla="*/ 21265 h 867951"/>
              <a:gd name="connsiteX23" fmla="*/ 508282 w 773054"/>
              <a:gd name="connsiteY23" fmla="*/ 42530 h 867951"/>
              <a:gd name="connsiteX24" fmla="*/ 487017 w 773054"/>
              <a:gd name="connsiteY24" fmla="*/ 21265 h 867951"/>
              <a:gd name="connsiteX25" fmla="*/ 487017 w 773054"/>
              <a:gd name="connsiteY25" fmla="*/ 296363 h 867951"/>
              <a:gd name="connsiteX26" fmla="*/ 508282 w 773054"/>
              <a:gd name="connsiteY26" fmla="*/ 275098 h 867951"/>
              <a:gd name="connsiteX27" fmla="*/ 529547 w 773054"/>
              <a:gd name="connsiteY27" fmla="*/ 296363 h 867951"/>
              <a:gd name="connsiteX28" fmla="*/ 508282 w 773054"/>
              <a:gd name="connsiteY28" fmla="*/ 317630 h 867951"/>
              <a:gd name="connsiteX29" fmla="*/ 487017 w 773054"/>
              <a:gd name="connsiteY29" fmla="*/ 296363 h 867951"/>
              <a:gd name="connsiteX30" fmla="*/ 487017 w 773054"/>
              <a:gd name="connsiteY30" fmla="*/ 571585 h 867951"/>
              <a:gd name="connsiteX31" fmla="*/ 508282 w 773054"/>
              <a:gd name="connsiteY31" fmla="*/ 550320 h 867951"/>
              <a:gd name="connsiteX32" fmla="*/ 529547 w 773054"/>
              <a:gd name="connsiteY32" fmla="*/ 571585 h 867951"/>
              <a:gd name="connsiteX33" fmla="*/ 508282 w 773054"/>
              <a:gd name="connsiteY33" fmla="*/ 592852 h 867951"/>
              <a:gd name="connsiteX34" fmla="*/ 487017 w 773054"/>
              <a:gd name="connsiteY34" fmla="*/ 571585 h 867951"/>
              <a:gd name="connsiteX35" fmla="*/ 487017 w 773054"/>
              <a:gd name="connsiteY35" fmla="*/ 846684 h 867951"/>
              <a:gd name="connsiteX36" fmla="*/ 508282 w 773054"/>
              <a:gd name="connsiteY36" fmla="*/ 825419 h 867951"/>
              <a:gd name="connsiteX37" fmla="*/ 529547 w 773054"/>
              <a:gd name="connsiteY37" fmla="*/ 846684 h 867951"/>
              <a:gd name="connsiteX38" fmla="*/ 508282 w 773054"/>
              <a:gd name="connsiteY38" fmla="*/ 867951 h 867951"/>
              <a:gd name="connsiteX39" fmla="*/ 487017 w 773054"/>
              <a:gd name="connsiteY39" fmla="*/ 846684 h 867951"/>
              <a:gd name="connsiteX40" fmla="*/ 243509 w 773054"/>
              <a:gd name="connsiteY40" fmla="*/ 21265 h 867951"/>
              <a:gd name="connsiteX41" fmla="*/ 264774 w 773054"/>
              <a:gd name="connsiteY41" fmla="*/ 0 h 867951"/>
              <a:gd name="connsiteX42" fmla="*/ 286039 w 773054"/>
              <a:gd name="connsiteY42" fmla="*/ 21265 h 867951"/>
              <a:gd name="connsiteX43" fmla="*/ 264774 w 773054"/>
              <a:gd name="connsiteY43" fmla="*/ 42530 h 867951"/>
              <a:gd name="connsiteX44" fmla="*/ 243509 w 773054"/>
              <a:gd name="connsiteY44" fmla="*/ 21265 h 867951"/>
              <a:gd name="connsiteX45" fmla="*/ 243509 w 773054"/>
              <a:gd name="connsiteY45" fmla="*/ 296363 h 867951"/>
              <a:gd name="connsiteX46" fmla="*/ 264774 w 773054"/>
              <a:gd name="connsiteY46" fmla="*/ 275098 h 867951"/>
              <a:gd name="connsiteX47" fmla="*/ 286039 w 773054"/>
              <a:gd name="connsiteY47" fmla="*/ 296363 h 867951"/>
              <a:gd name="connsiteX48" fmla="*/ 264774 w 773054"/>
              <a:gd name="connsiteY48" fmla="*/ 317630 h 867951"/>
              <a:gd name="connsiteX49" fmla="*/ 243509 w 773054"/>
              <a:gd name="connsiteY49" fmla="*/ 296363 h 867951"/>
              <a:gd name="connsiteX50" fmla="*/ 243509 w 773054"/>
              <a:gd name="connsiteY50" fmla="*/ 571585 h 867951"/>
              <a:gd name="connsiteX51" fmla="*/ 264774 w 773054"/>
              <a:gd name="connsiteY51" fmla="*/ 550320 h 867951"/>
              <a:gd name="connsiteX52" fmla="*/ 286039 w 773054"/>
              <a:gd name="connsiteY52" fmla="*/ 571585 h 867951"/>
              <a:gd name="connsiteX53" fmla="*/ 264774 w 773054"/>
              <a:gd name="connsiteY53" fmla="*/ 592852 h 867951"/>
              <a:gd name="connsiteX54" fmla="*/ 243509 w 773054"/>
              <a:gd name="connsiteY54" fmla="*/ 571585 h 867951"/>
              <a:gd name="connsiteX55" fmla="*/ 243509 w 773054"/>
              <a:gd name="connsiteY55" fmla="*/ 846684 h 867951"/>
              <a:gd name="connsiteX56" fmla="*/ 264774 w 773054"/>
              <a:gd name="connsiteY56" fmla="*/ 825419 h 867951"/>
              <a:gd name="connsiteX57" fmla="*/ 286039 w 773054"/>
              <a:gd name="connsiteY57" fmla="*/ 846684 h 867951"/>
              <a:gd name="connsiteX58" fmla="*/ 264774 w 773054"/>
              <a:gd name="connsiteY58" fmla="*/ 867951 h 867951"/>
              <a:gd name="connsiteX59" fmla="*/ 243509 w 773054"/>
              <a:gd name="connsiteY59" fmla="*/ 846684 h 867951"/>
              <a:gd name="connsiteX60" fmla="*/ 0 w 773054"/>
              <a:gd name="connsiteY60" fmla="*/ 21265 h 867951"/>
              <a:gd name="connsiteX61" fmla="*/ 21265 w 773054"/>
              <a:gd name="connsiteY61" fmla="*/ 0 h 867951"/>
              <a:gd name="connsiteX62" fmla="*/ 42530 w 773054"/>
              <a:gd name="connsiteY62" fmla="*/ 21265 h 867951"/>
              <a:gd name="connsiteX63" fmla="*/ 21265 w 773054"/>
              <a:gd name="connsiteY63" fmla="*/ 42530 h 867951"/>
              <a:gd name="connsiteX64" fmla="*/ 0 w 773054"/>
              <a:gd name="connsiteY64" fmla="*/ 21265 h 867951"/>
              <a:gd name="connsiteX65" fmla="*/ 0 w 773054"/>
              <a:gd name="connsiteY65" fmla="*/ 296363 h 867951"/>
              <a:gd name="connsiteX66" fmla="*/ 21265 w 773054"/>
              <a:gd name="connsiteY66" fmla="*/ 275098 h 867951"/>
              <a:gd name="connsiteX67" fmla="*/ 42530 w 773054"/>
              <a:gd name="connsiteY67" fmla="*/ 296363 h 867951"/>
              <a:gd name="connsiteX68" fmla="*/ 21265 w 773054"/>
              <a:gd name="connsiteY68" fmla="*/ 317630 h 867951"/>
              <a:gd name="connsiteX69" fmla="*/ 0 w 773054"/>
              <a:gd name="connsiteY69" fmla="*/ 296363 h 867951"/>
              <a:gd name="connsiteX70" fmla="*/ 0 w 773054"/>
              <a:gd name="connsiteY70" fmla="*/ 571585 h 867951"/>
              <a:gd name="connsiteX71" fmla="*/ 21265 w 773054"/>
              <a:gd name="connsiteY71" fmla="*/ 550320 h 867951"/>
              <a:gd name="connsiteX72" fmla="*/ 42530 w 773054"/>
              <a:gd name="connsiteY72" fmla="*/ 571585 h 867951"/>
              <a:gd name="connsiteX73" fmla="*/ 21265 w 773054"/>
              <a:gd name="connsiteY73" fmla="*/ 592852 h 867951"/>
              <a:gd name="connsiteX74" fmla="*/ 0 w 773054"/>
              <a:gd name="connsiteY74" fmla="*/ 571585 h 867951"/>
              <a:gd name="connsiteX75" fmla="*/ 0 w 773054"/>
              <a:gd name="connsiteY75" fmla="*/ 846684 h 867951"/>
              <a:gd name="connsiteX76" fmla="*/ 21265 w 773054"/>
              <a:gd name="connsiteY76" fmla="*/ 825419 h 867951"/>
              <a:gd name="connsiteX77" fmla="*/ 42530 w 773054"/>
              <a:gd name="connsiteY77" fmla="*/ 846684 h 867951"/>
              <a:gd name="connsiteX78" fmla="*/ 21265 w 773054"/>
              <a:gd name="connsiteY78" fmla="*/ 867951 h 867951"/>
              <a:gd name="connsiteX79" fmla="*/ 0 w 773054"/>
              <a:gd name="connsiteY79" fmla="*/ 846684 h 86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73054" h="867951">
                <a:moveTo>
                  <a:pt x="730524" y="21265"/>
                </a:moveTo>
                <a:cubicBezTo>
                  <a:pt x="730524" y="9586"/>
                  <a:pt x="740112" y="0"/>
                  <a:pt x="751789" y="0"/>
                </a:cubicBezTo>
                <a:cubicBezTo>
                  <a:pt x="763467" y="0"/>
                  <a:pt x="773054" y="9586"/>
                  <a:pt x="773054" y="21265"/>
                </a:cubicBezTo>
                <a:cubicBezTo>
                  <a:pt x="773054" y="33065"/>
                  <a:pt x="763467" y="42530"/>
                  <a:pt x="751789" y="42530"/>
                </a:cubicBezTo>
                <a:cubicBezTo>
                  <a:pt x="740112" y="42530"/>
                  <a:pt x="730524" y="32943"/>
                  <a:pt x="730524" y="21265"/>
                </a:cubicBezTo>
                <a:close/>
                <a:moveTo>
                  <a:pt x="730524" y="296363"/>
                </a:moveTo>
                <a:cubicBezTo>
                  <a:pt x="730524" y="284686"/>
                  <a:pt x="740112" y="275098"/>
                  <a:pt x="751789" y="275098"/>
                </a:cubicBezTo>
                <a:cubicBezTo>
                  <a:pt x="763467" y="275098"/>
                  <a:pt x="773054" y="284686"/>
                  <a:pt x="773054" y="296363"/>
                </a:cubicBezTo>
                <a:cubicBezTo>
                  <a:pt x="773054" y="308163"/>
                  <a:pt x="763467" y="317630"/>
                  <a:pt x="751789" y="317630"/>
                </a:cubicBezTo>
                <a:cubicBezTo>
                  <a:pt x="740112" y="317630"/>
                  <a:pt x="730524" y="308041"/>
                  <a:pt x="730524" y="296363"/>
                </a:cubicBezTo>
                <a:close/>
                <a:moveTo>
                  <a:pt x="730524" y="571585"/>
                </a:moveTo>
                <a:cubicBezTo>
                  <a:pt x="730524" y="559908"/>
                  <a:pt x="740112" y="550320"/>
                  <a:pt x="751789" y="550320"/>
                </a:cubicBezTo>
                <a:cubicBezTo>
                  <a:pt x="763467" y="550320"/>
                  <a:pt x="773054" y="559908"/>
                  <a:pt x="773054" y="571585"/>
                </a:cubicBezTo>
                <a:cubicBezTo>
                  <a:pt x="773054" y="583385"/>
                  <a:pt x="763467" y="592852"/>
                  <a:pt x="751789" y="592852"/>
                </a:cubicBezTo>
                <a:cubicBezTo>
                  <a:pt x="740112" y="592852"/>
                  <a:pt x="730524" y="583263"/>
                  <a:pt x="730524" y="571585"/>
                </a:cubicBezTo>
                <a:close/>
                <a:moveTo>
                  <a:pt x="730524" y="846684"/>
                </a:moveTo>
                <a:cubicBezTo>
                  <a:pt x="730524" y="835008"/>
                  <a:pt x="740112" y="825419"/>
                  <a:pt x="751789" y="825419"/>
                </a:cubicBezTo>
                <a:cubicBezTo>
                  <a:pt x="763467" y="825419"/>
                  <a:pt x="773054" y="835008"/>
                  <a:pt x="773054" y="846684"/>
                </a:cubicBezTo>
                <a:cubicBezTo>
                  <a:pt x="773054" y="858484"/>
                  <a:pt x="763467" y="867951"/>
                  <a:pt x="751789" y="867951"/>
                </a:cubicBezTo>
                <a:cubicBezTo>
                  <a:pt x="740112" y="867951"/>
                  <a:pt x="730524" y="858363"/>
                  <a:pt x="730524" y="846684"/>
                </a:cubicBezTo>
                <a:close/>
                <a:moveTo>
                  <a:pt x="487017" y="21265"/>
                </a:moveTo>
                <a:cubicBezTo>
                  <a:pt x="487017" y="9586"/>
                  <a:pt x="496605" y="0"/>
                  <a:pt x="508282" y="0"/>
                </a:cubicBezTo>
                <a:cubicBezTo>
                  <a:pt x="519960" y="0"/>
                  <a:pt x="529547" y="9586"/>
                  <a:pt x="529547" y="21265"/>
                </a:cubicBezTo>
                <a:cubicBezTo>
                  <a:pt x="529547" y="33065"/>
                  <a:pt x="519960" y="42530"/>
                  <a:pt x="508282" y="42530"/>
                </a:cubicBezTo>
                <a:cubicBezTo>
                  <a:pt x="496605" y="42530"/>
                  <a:pt x="487017" y="32943"/>
                  <a:pt x="487017" y="21265"/>
                </a:cubicBezTo>
                <a:close/>
                <a:moveTo>
                  <a:pt x="487017" y="296363"/>
                </a:moveTo>
                <a:cubicBezTo>
                  <a:pt x="487017" y="284686"/>
                  <a:pt x="496605" y="275098"/>
                  <a:pt x="508282" y="275098"/>
                </a:cubicBezTo>
                <a:cubicBezTo>
                  <a:pt x="519960" y="275098"/>
                  <a:pt x="529547" y="284686"/>
                  <a:pt x="529547" y="296363"/>
                </a:cubicBezTo>
                <a:cubicBezTo>
                  <a:pt x="529547" y="308163"/>
                  <a:pt x="519960" y="317630"/>
                  <a:pt x="508282" y="317630"/>
                </a:cubicBezTo>
                <a:cubicBezTo>
                  <a:pt x="496605" y="317630"/>
                  <a:pt x="487017" y="308041"/>
                  <a:pt x="487017" y="296363"/>
                </a:cubicBezTo>
                <a:close/>
                <a:moveTo>
                  <a:pt x="487017" y="571585"/>
                </a:moveTo>
                <a:cubicBezTo>
                  <a:pt x="487017" y="559908"/>
                  <a:pt x="496605" y="550320"/>
                  <a:pt x="508282" y="550320"/>
                </a:cubicBezTo>
                <a:cubicBezTo>
                  <a:pt x="519960" y="550320"/>
                  <a:pt x="529547" y="559908"/>
                  <a:pt x="529547" y="571585"/>
                </a:cubicBezTo>
                <a:cubicBezTo>
                  <a:pt x="529547" y="583385"/>
                  <a:pt x="519960" y="592852"/>
                  <a:pt x="508282" y="592852"/>
                </a:cubicBezTo>
                <a:cubicBezTo>
                  <a:pt x="496605" y="592852"/>
                  <a:pt x="487017" y="583263"/>
                  <a:pt x="487017" y="571585"/>
                </a:cubicBezTo>
                <a:close/>
                <a:moveTo>
                  <a:pt x="487017" y="846684"/>
                </a:moveTo>
                <a:cubicBezTo>
                  <a:pt x="487017" y="835008"/>
                  <a:pt x="496605" y="825419"/>
                  <a:pt x="508282" y="825419"/>
                </a:cubicBezTo>
                <a:cubicBezTo>
                  <a:pt x="519960" y="825419"/>
                  <a:pt x="529547" y="835008"/>
                  <a:pt x="529547" y="846684"/>
                </a:cubicBezTo>
                <a:cubicBezTo>
                  <a:pt x="529547" y="858484"/>
                  <a:pt x="519960" y="867951"/>
                  <a:pt x="508282" y="867951"/>
                </a:cubicBezTo>
                <a:cubicBezTo>
                  <a:pt x="496605" y="867951"/>
                  <a:pt x="487017" y="858363"/>
                  <a:pt x="487017" y="846684"/>
                </a:cubicBezTo>
                <a:close/>
                <a:moveTo>
                  <a:pt x="243509" y="21265"/>
                </a:moveTo>
                <a:cubicBezTo>
                  <a:pt x="243509" y="9586"/>
                  <a:pt x="253097" y="0"/>
                  <a:pt x="264774" y="0"/>
                </a:cubicBezTo>
                <a:cubicBezTo>
                  <a:pt x="276452" y="0"/>
                  <a:pt x="286039" y="9586"/>
                  <a:pt x="286039" y="21265"/>
                </a:cubicBezTo>
                <a:cubicBezTo>
                  <a:pt x="286039" y="33065"/>
                  <a:pt x="276452" y="42530"/>
                  <a:pt x="264774" y="42530"/>
                </a:cubicBezTo>
                <a:cubicBezTo>
                  <a:pt x="253097" y="42530"/>
                  <a:pt x="243509" y="32943"/>
                  <a:pt x="243509" y="21265"/>
                </a:cubicBezTo>
                <a:close/>
                <a:moveTo>
                  <a:pt x="243509" y="296363"/>
                </a:moveTo>
                <a:cubicBezTo>
                  <a:pt x="243509" y="284686"/>
                  <a:pt x="253097" y="275098"/>
                  <a:pt x="264774" y="275098"/>
                </a:cubicBezTo>
                <a:cubicBezTo>
                  <a:pt x="276452" y="275098"/>
                  <a:pt x="286039" y="284686"/>
                  <a:pt x="286039" y="296363"/>
                </a:cubicBezTo>
                <a:cubicBezTo>
                  <a:pt x="286039" y="308163"/>
                  <a:pt x="276452" y="317630"/>
                  <a:pt x="264774" y="317630"/>
                </a:cubicBezTo>
                <a:cubicBezTo>
                  <a:pt x="253097" y="317630"/>
                  <a:pt x="243509" y="308041"/>
                  <a:pt x="243509" y="296363"/>
                </a:cubicBezTo>
                <a:close/>
                <a:moveTo>
                  <a:pt x="243509" y="571585"/>
                </a:moveTo>
                <a:cubicBezTo>
                  <a:pt x="243509" y="559908"/>
                  <a:pt x="253097" y="550320"/>
                  <a:pt x="264774" y="550320"/>
                </a:cubicBezTo>
                <a:cubicBezTo>
                  <a:pt x="276452" y="550320"/>
                  <a:pt x="286039" y="559908"/>
                  <a:pt x="286039" y="571585"/>
                </a:cubicBezTo>
                <a:cubicBezTo>
                  <a:pt x="286039" y="583385"/>
                  <a:pt x="276452" y="592852"/>
                  <a:pt x="264774" y="592852"/>
                </a:cubicBezTo>
                <a:cubicBezTo>
                  <a:pt x="253097" y="592852"/>
                  <a:pt x="243509" y="583263"/>
                  <a:pt x="243509" y="571585"/>
                </a:cubicBezTo>
                <a:close/>
                <a:moveTo>
                  <a:pt x="243509" y="846684"/>
                </a:moveTo>
                <a:cubicBezTo>
                  <a:pt x="243509" y="835008"/>
                  <a:pt x="253097" y="825419"/>
                  <a:pt x="264774" y="825419"/>
                </a:cubicBezTo>
                <a:cubicBezTo>
                  <a:pt x="276452" y="825419"/>
                  <a:pt x="286039" y="835008"/>
                  <a:pt x="286039" y="846684"/>
                </a:cubicBezTo>
                <a:cubicBezTo>
                  <a:pt x="286039" y="858484"/>
                  <a:pt x="276452" y="867951"/>
                  <a:pt x="264774" y="867951"/>
                </a:cubicBezTo>
                <a:cubicBezTo>
                  <a:pt x="253097" y="867951"/>
                  <a:pt x="243509" y="858363"/>
                  <a:pt x="243509" y="846684"/>
                </a:cubicBezTo>
                <a:close/>
                <a:moveTo>
                  <a:pt x="0" y="21265"/>
                </a:moveTo>
                <a:cubicBezTo>
                  <a:pt x="0" y="9586"/>
                  <a:pt x="9588" y="0"/>
                  <a:pt x="21265" y="0"/>
                </a:cubicBezTo>
                <a:cubicBezTo>
                  <a:pt x="32943" y="0"/>
                  <a:pt x="42530" y="9586"/>
                  <a:pt x="42530" y="21265"/>
                </a:cubicBezTo>
                <a:cubicBezTo>
                  <a:pt x="42530" y="33065"/>
                  <a:pt x="32943" y="42530"/>
                  <a:pt x="21265" y="42530"/>
                </a:cubicBezTo>
                <a:cubicBezTo>
                  <a:pt x="9588" y="42530"/>
                  <a:pt x="0" y="32943"/>
                  <a:pt x="0" y="21265"/>
                </a:cubicBezTo>
                <a:close/>
                <a:moveTo>
                  <a:pt x="0" y="296363"/>
                </a:moveTo>
                <a:cubicBezTo>
                  <a:pt x="0" y="284686"/>
                  <a:pt x="9588" y="275098"/>
                  <a:pt x="21265" y="275098"/>
                </a:cubicBezTo>
                <a:cubicBezTo>
                  <a:pt x="32943" y="275098"/>
                  <a:pt x="42530" y="284686"/>
                  <a:pt x="42530" y="296363"/>
                </a:cubicBezTo>
                <a:cubicBezTo>
                  <a:pt x="42530" y="308163"/>
                  <a:pt x="32943" y="317630"/>
                  <a:pt x="21265" y="317630"/>
                </a:cubicBezTo>
                <a:cubicBezTo>
                  <a:pt x="9588" y="317630"/>
                  <a:pt x="0" y="308041"/>
                  <a:pt x="0" y="296363"/>
                </a:cubicBezTo>
                <a:close/>
                <a:moveTo>
                  <a:pt x="0" y="571585"/>
                </a:moveTo>
                <a:cubicBezTo>
                  <a:pt x="0" y="559908"/>
                  <a:pt x="9588" y="550320"/>
                  <a:pt x="21265" y="550320"/>
                </a:cubicBezTo>
                <a:cubicBezTo>
                  <a:pt x="32943" y="550320"/>
                  <a:pt x="42530" y="559908"/>
                  <a:pt x="42530" y="571585"/>
                </a:cubicBezTo>
                <a:cubicBezTo>
                  <a:pt x="42530" y="583385"/>
                  <a:pt x="32943" y="592852"/>
                  <a:pt x="21265" y="592852"/>
                </a:cubicBezTo>
                <a:cubicBezTo>
                  <a:pt x="9588" y="592852"/>
                  <a:pt x="0" y="583263"/>
                  <a:pt x="0" y="571585"/>
                </a:cubicBezTo>
                <a:close/>
                <a:moveTo>
                  <a:pt x="0" y="846684"/>
                </a:moveTo>
                <a:cubicBezTo>
                  <a:pt x="0" y="835008"/>
                  <a:pt x="9588" y="825419"/>
                  <a:pt x="21265" y="825419"/>
                </a:cubicBezTo>
                <a:cubicBezTo>
                  <a:pt x="32943" y="825419"/>
                  <a:pt x="42530" y="835008"/>
                  <a:pt x="42530" y="846684"/>
                </a:cubicBezTo>
                <a:cubicBezTo>
                  <a:pt x="42530" y="858484"/>
                  <a:pt x="32943" y="867951"/>
                  <a:pt x="21265" y="867951"/>
                </a:cubicBezTo>
                <a:cubicBezTo>
                  <a:pt x="9588" y="867951"/>
                  <a:pt x="0" y="858363"/>
                  <a:pt x="0" y="846684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08D1CFF-A78B-8793-7397-8E8E56D9834B}"/>
              </a:ext>
            </a:extLst>
          </p:cNvPr>
          <p:cNvGrpSpPr/>
          <p:nvPr userDrawn="1"/>
        </p:nvGrpSpPr>
        <p:grpSpPr>
          <a:xfrm>
            <a:off x="709495" y="4799080"/>
            <a:ext cx="1595770" cy="1595770"/>
            <a:chOff x="598761" y="4888648"/>
            <a:chExt cx="1595770" cy="159577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75FCE10-F1C0-ED4E-AAF8-35DAA42408C4}"/>
                </a:ext>
              </a:extLst>
            </p:cNvPr>
            <p:cNvSpPr/>
            <p:nvPr/>
          </p:nvSpPr>
          <p:spPr>
            <a:xfrm rot="995998">
              <a:off x="871757" y="5162722"/>
              <a:ext cx="1048276" cy="1048276"/>
            </a:xfrm>
            <a:custGeom>
              <a:avLst/>
              <a:gdLst>
                <a:gd name="connsiteX0" fmla="*/ 551226 w 551225"/>
                <a:gd name="connsiteY0" fmla="*/ 275613 h 551225"/>
                <a:gd name="connsiteX1" fmla="*/ 275613 w 551225"/>
                <a:gd name="connsiteY1" fmla="*/ 551226 h 551225"/>
                <a:gd name="connsiteX2" fmla="*/ 0 w 551225"/>
                <a:gd name="connsiteY2" fmla="*/ 275613 h 551225"/>
                <a:gd name="connsiteX3" fmla="*/ 275613 w 551225"/>
                <a:gd name="connsiteY3" fmla="*/ 0 h 551225"/>
                <a:gd name="connsiteX4" fmla="*/ 551226 w 551225"/>
                <a:gd name="connsiteY4" fmla="*/ 275613 h 55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225" h="551225">
                  <a:moveTo>
                    <a:pt x="551226" y="275613"/>
                  </a:moveTo>
                  <a:cubicBezTo>
                    <a:pt x="551226" y="427830"/>
                    <a:pt x="427830" y="551226"/>
                    <a:pt x="275613" y="551226"/>
                  </a:cubicBezTo>
                  <a:cubicBezTo>
                    <a:pt x="123396" y="551226"/>
                    <a:pt x="0" y="427830"/>
                    <a:pt x="0" y="275613"/>
                  </a:cubicBezTo>
                  <a:cubicBezTo>
                    <a:pt x="0" y="123396"/>
                    <a:pt x="123396" y="0"/>
                    <a:pt x="275613" y="0"/>
                  </a:cubicBezTo>
                  <a:cubicBezTo>
                    <a:pt x="427830" y="0"/>
                    <a:pt x="551226" y="123396"/>
                    <a:pt x="551226" y="275613"/>
                  </a:cubicBezTo>
                  <a:close/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CC4E64F-B817-E442-AC50-3288B5BB98CE}"/>
                </a:ext>
              </a:extLst>
            </p:cNvPr>
            <p:cNvSpPr/>
            <p:nvPr/>
          </p:nvSpPr>
          <p:spPr>
            <a:xfrm rot="1107601">
              <a:off x="780512" y="5071493"/>
              <a:ext cx="1230693" cy="1230693"/>
            </a:xfrm>
            <a:custGeom>
              <a:avLst/>
              <a:gdLst>
                <a:gd name="connsiteX0" fmla="*/ 647147 w 647147"/>
                <a:gd name="connsiteY0" fmla="*/ 323574 h 647147"/>
                <a:gd name="connsiteX1" fmla="*/ 323574 w 647147"/>
                <a:gd name="connsiteY1" fmla="*/ 647147 h 647147"/>
                <a:gd name="connsiteX2" fmla="*/ 0 w 647147"/>
                <a:gd name="connsiteY2" fmla="*/ 323574 h 647147"/>
                <a:gd name="connsiteX3" fmla="*/ 323574 w 647147"/>
                <a:gd name="connsiteY3" fmla="*/ 0 h 647147"/>
                <a:gd name="connsiteX4" fmla="*/ 647147 w 647147"/>
                <a:gd name="connsiteY4" fmla="*/ 323574 h 64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7" h="647147">
                  <a:moveTo>
                    <a:pt x="647147" y="323574"/>
                  </a:moveTo>
                  <a:cubicBezTo>
                    <a:pt x="647147" y="502279"/>
                    <a:pt x="502279" y="647147"/>
                    <a:pt x="323574" y="647147"/>
                  </a:cubicBezTo>
                  <a:cubicBezTo>
                    <a:pt x="144869" y="647147"/>
                    <a:pt x="0" y="502279"/>
                    <a:pt x="0" y="323574"/>
                  </a:cubicBezTo>
                  <a:cubicBezTo>
                    <a:pt x="0" y="144869"/>
                    <a:pt x="144869" y="0"/>
                    <a:pt x="323574" y="0"/>
                  </a:cubicBezTo>
                  <a:cubicBezTo>
                    <a:pt x="502279" y="0"/>
                    <a:pt x="647147" y="144869"/>
                    <a:pt x="647147" y="323574"/>
                  </a:cubicBezTo>
                  <a:close/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6A2558B-8A5E-F67C-2A7D-9CDFFEFAFFF4}"/>
                </a:ext>
              </a:extLst>
            </p:cNvPr>
            <p:cNvSpPr/>
            <p:nvPr/>
          </p:nvSpPr>
          <p:spPr>
            <a:xfrm rot="1174802">
              <a:off x="688939" y="4980259"/>
              <a:ext cx="1413108" cy="1413107"/>
            </a:xfrm>
            <a:custGeom>
              <a:avLst/>
              <a:gdLst>
                <a:gd name="connsiteX0" fmla="*/ 743068 w 743068"/>
                <a:gd name="connsiteY0" fmla="*/ 371534 h 743068"/>
                <a:gd name="connsiteX1" fmla="*/ 371534 w 743068"/>
                <a:gd name="connsiteY1" fmla="*/ 743068 h 743068"/>
                <a:gd name="connsiteX2" fmla="*/ 0 w 743068"/>
                <a:gd name="connsiteY2" fmla="*/ 371534 h 743068"/>
                <a:gd name="connsiteX3" fmla="*/ 371534 w 743068"/>
                <a:gd name="connsiteY3" fmla="*/ 0 h 743068"/>
                <a:gd name="connsiteX4" fmla="*/ 743068 w 743068"/>
                <a:gd name="connsiteY4" fmla="*/ 371534 h 743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068" h="743068">
                  <a:moveTo>
                    <a:pt x="743068" y="371534"/>
                  </a:moveTo>
                  <a:cubicBezTo>
                    <a:pt x="743068" y="576727"/>
                    <a:pt x="576727" y="743068"/>
                    <a:pt x="371534" y="743068"/>
                  </a:cubicBezTo>
                  <a:cubicBezTo>
                    <a:pt x="166342" y="743068"/>
                    <a:pt x="0" y="576727"/>
                    <a:pt x="0" y="371534"/>
                  </a:cubicBezTo>
                  <a:cubicBezTo>
                    <a:pt x="0" y="166342"/>
                    <a:pt x="166342" y="0"/>
                    <a:pt x="371534" y="0"/>
                  </a:cubicBezTo>
                  <a:cubicBezTo>
                    <a:pt x="576727" y="0"/>
                    <a:pt x="743068" y="166342"/>
                    <a:pt x="743068" y="371534"/>
                  </a:cubicBezTo>
                  <a:close/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3E1E749-D86D-EB30-7AE6-607EECDEC98D}"/>
                </a:ext>
              </a:extLst>
            </p:cNvPr>
            <p:cNvSpPr/>
            <p:nvPr/>
          </p:nvSpPr>
          <p:spPr>
            <a:xfrm rot="1219200">
              <a:off x="598761" y="4888648"/>
              <a:ext cx="1595770" cy="1595770"/>
            </a:xfrm>
            <a:custGeom>
              <a:avLst/>
              <a:gdLst>
                <a:gd name="connsiteX0" fmla="*/ 839119 w 839119"/>
                <a:gd name="connsiteY0" fmla="*/ 419560 h 839119"/>
                <a:gd name="connsiteX1" fmla="*/ 419560 w 839119"/>
                <a:gd name="connsiteY1" fmla="*/ 839120 h 839119"/>
                <a:gd name="connsiteX2" fmla="*/ 0 w 839119"/>
                <a:gd name="connsiteY2" fmla="*/ 419560 h 839119"/>
                <a:gd name="connsiteX3" fmla="*/ 419560 w 839119"/>
                <a:gd name="connsiteY3" fmla="*/ 1 h 839119"/>
                <a:gd name="connsiteX4" fmla="*/ 839119 w 839119"/>
                <a:gd name="connsiteY4" fmla="*/ 419560 h 83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119" h="839119">
                  <a:moveTo>
                    <a:pt x="839119" y="419560"/>
                  </a:moveTo>
                  <a:cubicBezTo>
                    <a:pt x="839119" y="651276"/>
                    <a:pt x="651276" y="839120"/>
                    <a:pt x="419560" y="839120"/>
                  </a:cubicBezTo>
                  <a:cubicBezTo>
                    <a:pt x="187843" y="839120"/>
                    <a:pt x="0" y="651276"/>
                    <a:pt x="0" y="419560"/>
                  </a:cubicBezTo>
                  <a:cubicBezTo>
                    <a:pt x="0" y="187844"/>
                    <a:pt x="187844" y="1"/>
                    <a:pt x="419560" y="1"/>
                  </a:cubicBezTo>
                  <a:cubicBezTo>
                    <a:pt x="651276" y="1"/>
                    <a:pt x="839119" y="187844"/>
                    <a:pt x="839119" y="419560"/>
                  </a:cubicBezTo>
                  <a:close/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F351B4A-0A25-C719-BEB6-E3C503758C5F}"/>
              </a:ext>
            </a:extLst>
          </p:cNvPr>
          <p:cNvSpPr/>
          <p:nvPr/>
        </p:nvSpPr>
        <p:spPr>
          <a:xfrm rot="5400000">
            <a:off x="10056713" y="1899724"/>
            <a:ext cx="82356" cy="82356"/>
          </a:xfrm>
          <a:custGeom>
            <a:avLst/>
            <a:gdLst>
              <a:gd name="connsiteX0" fmla="*/ 43307 w 43306"/>
              <a:gd name="connsiteY0" fmla="*/ 21653 h 43306"/>
              <a:gd name="connsiteX1" fmla="*/ 21653 w 43306"/>
              <a:gd name="connsiteY1" fmla="*/ 43307 h 43306"/>
              <a:gd name="connsiteX2" fmla="*/ 0 w 43306"/>
              <a:gd name="connsiteY2" fmla="*/ 21653 h 43306"/>
              <a:gd name="connsiteX3" fmla="*/ 21653 w 43306"/>
              <a:gd name="connsiteY3" fmla="*/ 0 h 43306"/>
              <a:gd name="connsiteX4" fmla="*/ 43307 w 43306"/>
              <a:gd name="connsiteY4" fmla="*/ 21653 h 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06" h="43306">
                <a:moveTo>
                  <a:pt x="43307" y="21653"/>
                </a:moveTo>
                <a:cubicBezTo>
                  <a:pt x="43307" y="33611"/>
                  <a:pt x="33611" y="43307"/>
                  <a:pt x="21653" y="43307"/>
                </a:cubicBezTo>
                <a:cubicBezTo>
                  <a:pt x="9696" y="43307"/>
                  <a:pt x="0" y="33611"/>
                  <a:pt x="0" y="21653"/>
                </a:cubicBezTo>
                <a:cubicBezTo>
                  <a:pt x="0" y="9696"/>
                  <a:pt x="9696" y="0"/>
                  <a:pt x="21653" y="0"/>
                </a:cubicBezTo>
                <a:cubicBezTo>
                  <a:pt x="33611" y="0"/>
                  <a:pt x="43307" y="9696"/>
                  <a:pt x="43307" y="21653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9136D6A-5AA0-6D12-861A-DCF09C81AB67}"/>
              </a:ext>
            </a:extLst>
          </p:cNvPr>
          <p:cNvSpPr/>
          <p:nvPr/>
        </p:nvSpPr>
        <p:spPr>
          <a:xfrm rot="5400000">
            <a:off x="6523573" y="2430133"/>
            <a:ext cx="82356" cy="82356"/>
          </a:xfrm>
          <a:custGeom>
            <a:avLst/>
            <a:gdLst>
              <a:gd name="connsiteX0" fmla="*/ 43307 w 43306"/>
              <a:gd name="connsiteY0" fmla="*/ 21653 h 43306"/>
              <a:gd name="connsiteX1" fmla="*/ 21653 w 43306"/>
              <a:gd name="connsiteY1" fmla="*/ 43307 h 43306"/>
              <a:gd name="connsiteX2" fmla="*/ 0 w 43306"/>
              <a:gd name="connsiteY2" fmla="*/ 21653 h 43306"/>
              <a:gd name="connsiteX3" fmla="*/ 21653 w 43306"/>
              <a:gd name="connsiteY3" fmla="*/ 0 h 43306"/>
              <a:gd name="connsiteX4" fmla="*/ 43307 w 43306"/>
              <a:gd name="connsiteY4" fmla="*/ 21653 h 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06" h="43306">
                <a:moveTo>
                  <a:pt x="43307" y="21653"/>
                </a:moveTo>
                <a:cubicBezTo>
                  <a:pt x="43307" y="33611"/>
                  <a:pt x="33611" y="43307"/>
                  <a:pt x="21653" y="43307"/>
                </a:cubicBezTo>
                <a:cubicBezTo>
                  <a:pt x="9696" y="43307"/>
                  <a:pt x="0" y="33611"/>
                  <a:pt x="0" y="21653"/>
                </a:cubicBezTo>
                <a:cubicBezTo>
                  <a:pt x="0" y="9696"/>
                  <a:pt x="9696" y="0"/>
                  <a:pt x="21653" y="0"/>
                </a:cubicBezTo>
                <a:cubicBezTo>
                  <a:pt x="33611" y="0"/>
                  <a:pt x="43307" y="9696"/>
                  <a:pt x="43307" y="21653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AF3E42E-B7F1-BC92-6ADD-20983A4694D8}"/>
              </a:ext>
            </a:extLst>
          </p:cNvPr>
          <p:cNvSpPr/>
          <p:nvPr/>
        </p:nvSpPr>
        <p:spPr>
          <a:xfrm rot="5400000">
            <a:off x="6815696" y="1618296"/>
            <a:ext cx="3364736" cy="4203922"/>
          </a:xfrm>
          <a:custGeom>
            <a:avLst/>
            <a:gdLst>
              <a:gd name="connsiteX0" fmla="*/ 0 w 1769312"/>
              <a:gd name="connsiteY0" fmla="*/ 221641 h 2210589"/>
              <a:gd name="connsiteX1" fmla="*/ 664017 w 1769312"/>
              <a:gd name="connsiteY1" fmla="*/ 0 h 2210589"/>
              <a:gd name="connsiteX2" fmla="*/ 1769312 w 1769312"/>
              <a:gd name="connsiteY2" fmla="*/ 1105295 h 2210589"/>
              <a:gd name="connsiteX3" fmla="*/ 664017 w 1769312"/>
              <a:gd name="connsiteY3" fmla="*/ 2210590 h 2210589"/>
              <a:gd name="connsiteX4" fmla="*/ 285955 w 1769312"/>
              <a:gd name="connsiteY4" fmla="*/ 2144273 h 2210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9312" h="2210589">
                <a:moveTo>
                  <a:pt x="0" y="221641"/>
                </a:moveTo>
                <a:cubicBezTo>
                  <a:pt x="184862" y="82477"/>
                  <a:pt x="414841" y="0"/>
                  <a:pt x="664017" y="0"/>
                </a:cubicBezTo>
                <a:cubicBezTo>
                  <a:pt x="1274450" y="0"/>
                  <a:pt x="1769312" y="494862"/>
                  <a:pt x="1769312" y="1105295"/>
                </a:cubicBezTo>
                <a:cubicBezTo>
                  <a:pt x="1769312" y="1715728"/>
                  <a:pt x="1274450" y="2210590"/>
                  <a:pt x="664017" y="2210590"/>
                </a:cubicBezTo>
                <a:cubicBezTo>
                  <a:pt x="531253" y="2210590"/>
                  <a:pt x="403917" y="2187191"/>
                  <a:pt x="285955" y="2144273"/>
                </a:cubicBezTo>
              </a:path>
            </a:pathLst>
          </a:custGeom>
          <a:noFill/>
          <a:ln w="6391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1EF961F-4E2F-F2B5-F602-A9E408F5B45B}"/>
              </a:ext>
            </a:extLst>
          </p:cNvPr>
          <p:cNvSpPr/>
          <p:nvPr/>
        </p:nvSpPr>
        <p:spPr>
          <a:xfrm rot="5400000">
            <a:off x="6136061" y="3099626"/>
            <a:ext cx="91944" cy="91944"/>
          </a:xfrm>
          <a:custGeom>
            <a:avLst/>
            <a:gdLst>
              <a:gd name="connsiteX0" fmla="*/ 7078 w 48348"/>
              <a:gd name="connsiteY0" fmla="*/ 7078 h 48348"/>
              <a:gd name="connsiteX1" fmla="*/ 41271 w 48348"/>
              <a:gd name="connsiteY1" fmla="*/ 7078 h 48348"/>
              <a:gd name="connsiteX2" fmla="*/ 41271 w 48348"/>
              <a:gd name="connsiteY2" fmla="*/ 41271 h 48348"/>
              <a:gd name="connsiteX3" fmla="*/ 7078 w 48348"/>
              <a:gd name="connsiteY3" fmla="*/ 41271 h 48348"/>
              <a:gd name="connsiteX4" fmla="*/ 7078 w 48348"/>
              <a:gd name="connsiteY4" fmla="*/ 7078 h 4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48" h="48348">
                <a:moveTo>
                  <a:pt x="7078" y="7078"/>
                </a:moveTo>
                <a:cubicBezTo>
                  <a:pt x="16515" y="-2359"/>
                  <a:pt x="31834" y="-2359"/>
                  <a:pt x="41271" y="7078"/>
                </a:cubicBezTo>
                <a:cubicBezTo>
                  <a:pt x="50708" y="16515"/>
                  <a:pt x="50708" y="31834"/>
                  <a:pt x="41271" y="41271"/>
                </a:cubicBezTo>
                <a:cubicBezTo>
                  <a:pt x="31834" y="50708"/>
                  <a:pt x="16515" y="50708"/>
                  <a:pt x="7078" y="41271"/>
                </a:cubicBezTo>
                <a:cubicBezTo>
                  <a:pt x="-2359" y="31834"/>
                  <a:pt x="-2359" y="16515"/>
                  <a:pt x="7078" y="7078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FE306CA-5E54-AE5A-FB13-8F38C7F42C57}"/>
              </a:ext>
            </a:extLst>
          </p:cNvPr>
          <p:cNvSpPr/>
          <p:nvPr/>
        </p:nvSpPr>
        <p:spPr>
          <a:xfrm rot="5400000">
            <a:off x="9347023" y="5472385"/>
            <a:ext cx="91944" cy="91944"/>
          </a:xfrm>
          <a:custGeom>
            <a:avLst/>
            <a:gdLst>
              <a:gd name="connsiteX0" fmla="*/ 7078 w 48348"/>
              <a:gd name="connsiteY0" fmla="*/ 7078 h 48348"/>
              <a:gd name="connsiteX1" fmla="*/ 41271 w 48348"/>
              <a:gd name="connsiteY1" fmla="*/ 7078 h 48348"/>
              <a:gd name="connsiteX2" fmla="*/ 41271 w 48348"/>
              <a:gd name="connsiteY2" fmla="*/ 41271 h 48348"/>
              <a:gd name="connsiteX3" fmla="*/ 7078 w 48348"/>
              <a:gd name="connsiteY3" fmla="*/ 41271 h 48348"/>
              <a:gd name="connsiteX4" fmla="*/ 7078 w 48348"/>
              <a:gd name="connsiteY4" fmla="*/ 7078 h 4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48" h="48348">
                <a:moveTo>
                  <a:pt x="7078" y="7078"/>
                </a:moveTo>
                <a:cubicBezTo>
                  <a:pt x="16515" y="-2359"/>
                  <a:pt x="31834" y="-2359"/>
                  <a:pt x="41271" y="7078"/>
                </a:cubicBezTo>
                <a:cubicBezTo>
                  <a:pt x="50708" y="16515"/>
                  <a:pt x="50708" y="31834"/>
                  <a:pt x="41271" y="41271"/>
                </a:cubicBezTo>
                <a:cubicBezTo>
                  <a:pt x="31834" y="50708"/>
                  <a:pt x="16515" y="50708"/>
                  <a:pt x="7078" y="41271"/>
                </a:cubicBezTo>
                <a:cubicBezTo>
                  <a:pt x="-2359" y="31834"/>
                  <a:pt x="-2359" y="16515"/>
                  <a:pt x="7078" y="7078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42CF412-3A4B-A6C1-9EAC-E67DBC442A88}"/>
              </a:ext>
            </a:extLst>
          </p:cNvPr>
          <p:cNvSpPr/>
          <p:nvPr/>
        </p:nvSpPr>
        <p:spPr>
          <a:xfrm rot="5400000">
            <a:off x="6293033" y="888232"/>
            <a:ext cx="4478315" cy="4674621"/>
          </a:xfrm>
          <a:custGeom>
            <a:avLst/>
            <a:gdLst>
              <a:gd name="connsiteX0" fmla="*/ 1061616 w 2354876"/>
              <a:gd name="connsiteY0" fmla="*/ 2458102 h 2458101"/>
              <a:gd name="connsiteX1" fmla="*/ 361790 w 2354876"/>
              <a:gd name="connsiteY1" fmla="*/ 2108544 h 2458101"/>
              <a:gd name="connsiteX2" fmla="*/ 361790 w 2354876"/>
              <a:gd name="connsiteY2" fmla="*/ 361790 h 2458101"/>
              <a:gd name="connsiteX3" fmla="*/ 2108544 w 2354876"/>
              <a:gd name="connsiteY3" fmla="*/ 361790 h 2458101"/>
              <a:gd name="connsiteX4" fmla="*/ 2354876 w 2354876"/>
              <a:gd name="connsiteY4" fmla="*/ 712964 h 2458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4876" h="2458101">
                <a:moveTo>
                  <a:pt x="1061616" y="2458102"/>
                </a:moveTo>
                <a:cubicBezTo>
                  <a:pt x="805589" y="2421970"/>
                  <a:pt x="558675" y="2305429"/>
                  <a:pt x="361790" y="2108544"/>
                </a:cubicBezTo>
                <a:cubicBezTo>
                  <a:pt x="-120597" y="1626157"/>
                  <a:pt x="-120597" y="844112"/>
                  <a:pt x="361790" y="361790"/>
                </a:cubicBezTo>
                <a:cubicBezTo>
                  <a:pt x="844177" y="-120597"/>
                  <a:pt x="1626222" y="-120597"/>
                  <a:pt x="2108544" y="361790"/>
                </a:cubicBezTo>
                <a:cubicBezTo>
                  <a:pt x="2213450" y="466696"/>
                  <a:pt x="2295604" y="585822"/>
                  <a:pt x="2354876" y="712964"/>
                </a:cubicBezTo>
              </a:path>
            </a:pathLst>
          </a:custGeom>
          <a:noFill/>
          <a:ln w="6391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B269A97D-99E8-495F-8FA1-A2556122FCCF}"/>
              </a:ext>
            </a:extLst>
          </p:cNvPr>
          <p:cNvSpPr/>
          <p:nvPr/>
        </p:nvSpPr>
        <p:spPr>
          <a:xfrm rot="5400000">
            <a:off x="6329601" y="4128419"/>
            <a:ext cx="2037427" cy="2367842"/>
          </a:xfrm>
          <a:custGeom>
            <a:avLst/>
            <a:gdLst>
              <a:gd name="connsiteX0" fmla="*/ 675587 w 1071360"/>
              <a:gd name="connsiteY0" fmla="*/ 0 h 1245105"/>
              <a:gd name="connsiteX1" fmla="*/ 1071361 w 1071360"/>
              <a:gd name="connsiteY1" fmla="*/ 597118 h 1245105"/>
              <a:gd name="connsiteX2" fmla="*/ 423373 w 1071360"/>
              <a:gd name="connsiteY2" fmla="*/ 1245105 h 1245105"/>
              <a:gd name="connsiteX3" fmla="*/ 0 w 1071360"/>
              <a:gd name="connsiteY3" fmla="*/ 1087714 h 124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1360" h="1245105">
                <a:moveTo>
                  <a:pt x="675587" y="0"/>
                </a:moveTo>
                <a:cubicBezTo>
                  <a:pt x="908152" y="98378"/>
                  <a:pt x="1071361" y="328680"/>
                  <a:pt x="1071361" y="597118"/>
                </a:cubicBezTo>
                <a:cubicBezTo>
                  <a:pt x="1071361" y="955014"/>
                  <a:pt x="781205" y="1245105"/>
                  <a:pt x="423373" y="1245105"/>
                </a:cubicBezTo>
                <a:cubicBezTo>
                  <a:pt x="261522" y="1245105"/>
                  <a:pt x="113567" y="1185768"/>
                  <a:pt x="0" y="1087714"/>
                </a:cubicBezTo>
              </a:path>
            </a:pathLst>
          </a:custGeom>
          <a:noFill/>
          <a:ln w="6391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3AD27A3-6BE7-2345-D24B-B0E6D3841C6B}"/>
              </a:ext>
            </a:extLst>
          </p:cNvPr>
          <p:cNvSpPr/>
          <p:nvPr/>
        </p:nvSpPr>
        <p:spPr>
          <a:xfrm rot="2700000">
            <a:off x="7403891" y="46513"/>
            <a:ext cx="1935035" cy="1935035"/>
          </a:xfrm>
          <a:custGeom>
            <a:avLst/>
            <a:gdLst>
              <a:gd name="connsiteX0" fmla="*/ 1017518 w 1017518"/>
              <a:gd name="connsiteY0" fmla="*/ 508759 h 1017518"/>
              <a:gd name="connsiteX1" fmla="*/ 508759 w 1017518"/>
              <a:gd name="connsiteY1" fmla="*/ 1017518 h 1017518"/>
              <a:gd name="connsiteX2" fmla="*/ 0 w 1017518"/>
              <a:gd name="connsiteY2" fmla="*/ 508759 h 1017518"/>
              <a:gd name="connsiteX3" fmla="*/ 508759 w 1017518"/>
              <a:gd name="connsiteY3" fmla="*/ 0 h 1017518"/>
              <a:gd name="connsiteX4" fmla="*/ 1017518 w 1017518"/>
              <a:gd name="connsiteY4" fmla="*/ 508759 h 1017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518" h="1017518">
                <a:moveTo>
                  <a:pt x="1017518" y="508759"/>
                </a:moveTo>
                <a:cubicBezTo>
                  <a:pt x="1017518" y="789739"/>
                  <a:pt x="789739" y="1017518"/>
                  <a:pt x="508759" y="1017518"/>
                </a:cubicBezTo>
                <a:cubicBezTo>
                  <a:pt x="227779" y="1017518"/>
                  <a:pt x="0" y="789739"/>
                  <a:pt x="0" y="508759"/>
                </a:cubicBezTo>
                <a:cubicBezTo>
                  <a:pt x="0" y="227779"/>
                  <a:pt x="227779" y="0"/>
                  <a:pt x="508759" y="0"/>
                </a:cubicBezTo>
                <a:cubicBezTo>
                  <a:pt x="789739" y="0"/>
                  <a:pt x="1017518" y="227779"/>
                  <a:pt x="1017518" y="508759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AE9D68C-AD62-902D-E982-0C50262A7272}"/>
              </a:ext>
            </a:extLst>
          </p:cNvPr>
          <p:cNvSpPr/>
          <p:nvPr/>
        </p:nvSpPr>
        <p:spPr>
          <a:xfrm rot="5400000">
            <a:off x="7750946" y="-500446"/>
            <a:ext cx="1241262" cy="2135149"/>
          </a:xfrm>
          <a:custGeom>
            <a:avLst/>
            <a:gdLst>
              <a:gd name="connsiteX0" fmla="*/ 652706 w 652705"/>
              <a:gd name="connsiteY0" fmla="*/ 1115378 h 1122746"/>
              <a:gd name="connsiteX1" fmla="*/ 561374 w 652705"/>
              <a:gd name="connsiteY1" fmla="*/ 1122747 h 1122746"/>
              <a:gd name="connsiteX2" fmla="*/ 0 w 652705"/>
              <a:gd name="connsiteY2" fmla="*/ 561374 h 1122746"/>
              <a:gd name="connsiteX3" fmla="*/ 561374 w 652705"/>
              <a:gd name="connsiteY3" fmla="*/ 0 h 112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2705" h="1122746">
                <a:moveTo>
                  <a:pt x="652706" y="1115378"/>
                </a:moveTo>
                <a:cubicBezTo>
                  <a:pt x="622973" y="1120226"/>
                  <a:pt x="592464" y="1122747"/>
                  <a:pt x="561374" y="1122747"/>
                </a:cubicBezTo>
                <a:cubicBezTo>
                  <a:pt x="251374" y="1122747"/>
                  <a:pt x="0" y="871438"/>
                  <a:pt x="0" y="561374"/>
                </a:cubicBezTo>
                <a:cubicBezTo>
                  <a:pt x="0" y="251309"/>
                  <a:pt x="251309" y="0"/>
                  <a:pt x="561374" y="0"/>
                </a:cubicBezTo>
              </a:path>
            </a:pathLst>
          </a:custGeom>
          <a:noFill/>
          <a:ln w="6391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5D2045C-FF4E-A495-5014-522DEDE1AB4A}"/>
              </a:ext>
            </a:extLst>
          </p:cNvPr>
          <p:cNvGrpSpPr/>
          <p:nvPr userDrawn="1"/>
        </p:nvGrpSpPr>
        <p:grpSpPr>
          <a:xfrm>
            <a:off x="5633495" y="145386"/>
            <a:ext cx="4557447" cy="6416883"/>
            <a:chOff x="5633495" y="145386"/>
            <a:chExt cx="4557447" cy="6416883"/>
          </a:xfrm>
          <a:solidFill>
            <a:schemeClr val="tx1">
              <a:alpha val="30000"/>
            </a:schemeClr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A26645A-13FE-EFEA-6ED7-2B8581F27405}"/>
                </a:ext>
              </a:extLst>
            </p:cNvPr>
            <p:cNvGrpSpPr/>
            <p:nvPr userDrawn="1"/>
          </p:nvGrpSpPr>
          <p:grpSpPr>
            <a:xfrm>
              <a:off x="9688437" y="145386"/>
              <a:ext cx="502505" cy="167542"/>
              <a:chOff x="9688437" y="145386"/>
              <a:chExt cx="502505" cy="167542"/>
            </a:xfrm>
            <a:grp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8F2B1A2-9F12-F9B3-CBFF-6D5CE78C3E92}"/>
                  </a:ext>
                </a:extLst>
              </p:cNvPr>
              <p:cNvSpPr/>
              <p:nvPr/>
            </p:nvSpPr>
            <p:spPr>
              <a:xfrm rot="5400000">
                <a:off x="10044543" y="166528"/>
                <a:ext cx="167542" cy="125257"/>
              </a:xfrm>
              <a:custGeom>
                <a:avLst/>
                <a:gdLst>
                  <a:gd name="connsiteX0" fmla="*/ 88100 w 88100"/>
                  <a:gd name="connsiteY0" fmla="*/ 0 h 65865"/>
                  <a:gd name="connsiteX1" fmla="*/ 44082 w 88100"/>
                  <a:gd name="connsiteY1" fmla="*/ 0 h 65865"/>
                  <a:gd name="connsiteX2" fmla="*/ 0 w 88100"/>
                  <a:gd name="connsiteY2" fmla="*/ 0 h 65865"/>
                  <a:gd name="connsiteX3" fmla="*/ 44082 w 88100"/>
                  <a:gd name="connsiteY3" fmla="*/ 65865 h 65865"/>
                  <a:gd name="connsiteX4" fmla="*/ 88100 w 88100"/>
                  <a:gd name="connsiteY4" fmla="*/ 0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00" h="65865">
                    <a:moveTo>
                      <a:pt x="88100" y="0"/>
                    </a:moveTo>
                    <a:lnTo>
                      <a:pt x="44082" y="0"/>
                    </a:lnTo>
                    <a:lnTo>
                      <a:pt x="0" y="0"/>
                    </a:lnTo>
                    <a:lnTo>
                      <a:pt x="44082" y="65865"/>
                    </a:lnTo>
                    <a:lnTo>
                      <a:pt x="88100" y="0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C768D40-B11F-4A00-94EC-E962EE1DDD28}"/>
                  </a:ext>
                </a:extLst>
              </p:cNvPr>
              <p:cNvSpPr/>
              <p:nvPr/>
            </p:nvSpPr>
            <p:spPr>
              <a:xfrm rot="5400000">
                <a:off x="9855980" y="166528"/>
                <a:ext cx="167542" cy="125257"/>
              </a:xfrm>
              <a:custGeom>
                <a:avLst/>
                <a:gdLst>
                  <a:gd name="connsiteX0" fmla="*/ 88100 w 88100"/>
                  <a:gd name="connsiteY0" fmla="*/ 0 h 65865"/>
                  <a:gd name="connsiteX1" fmla="*/ 44082 w 88100"/>
                  <a:gd name="connsiteY1" fmla="*/ 0 h 65865"/>
                  <a:gd name="connsiteX2" fmla="*/ 0 w 88100"/>
                  <a:gd name="connsiteY2" fmla="*/ 0 h 65865"/>
                  <a:gd name="connsiteX3" fmla="*/ 44082 w 88100"/>
                  <a:gd name="connsiteY3" fmla="*/ 65865 h 65865"/>
                  <a:gd name="connsiteX4" fmla="*/ 88100 w 88100"/>
                  <a:gd name="connsiteY4" fmla="*/ 0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00" h="65865">
                    <a:moveTo>
                      <a:pt x="88100" y="0"/>
                    </a:moveTo>
                    <a:lnTo>
                      <a:pt x="44082" y="0"/>
                    </a:lnTo>
                    <a:lnTo>
                      <a:pt x="0" y="0"/>
                    </a:lnTo>
                    <a:lnTo>
                      <a:pt x="44082" y="65865"/>
                    </a:lnTo>
                    <a:lnTo>
                      <a:pt x="88100" y="0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66B3E1E-2BE4-5EF7-5D5F-E562EFEC9BCA}"/>
                  </a:ext>
                </a:extLst>
              </p:cNvPr>
              <p:cNvSpPr/>
              <p:nvPr/>
            </p:nvSpPr>
            <p:spPr>
              <a:xfrm rot="5400000">
                <a:off x="9667295" y="166528"/>
                <a:ext cx="167542" cy="125257"/>
              </a:xfrm>
              <a:custGeom>
                <a:avLst/>
                <a:gdLst>
                  <a:gd name="connsiteX0" fmla="*/ 88100 w 88100"/>
                  <a:gd name="connsiteY0" fmla="*/ 0 h 65865"/>
                  <a:gd name="connsiteX1" fmla="*/ 44082 w 88100"/>
                  <a:gd name="connsiteY1" fmla="*/ 0 h 65865"/>
                  <a:gd name="connsiteX2" fmla="*/ 0 w 88100"/>
                  <a:gd name="connsiteY2" fmla="*/ 0 h 65865"/>
                  <a:gd name="connsiteX3" fmla="*/ 44082 w 88100"/>
                  <a:gd name="connsiteY3" fmla="*/ 65865 h 65865"/>
                  <a:gd name="connsiteX4" fmla="*/ 88100 w 88100"/>
                  <a:gd name="connsiteY4" fmla="*/ 0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00" h="65865">
                    <a:moveTo>
                      <a:pt x="88100" y="0"/>
                    </a:moveTo>
                    <a:lnTo>
                      <a:pt x="44082" y="0"/>
                    </a:lnTo>
                    <a:lnTo>
                      <a:pt x="0" y="0"/>
                    </a:lnTo>
                    <a:lnTo>
                      <a:pt x="44082" y="65865"/>
                    </a:lnTo>
                    <a:lnTo>
                      <a:pt x="88100" y="0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10BF4C4-874E-3E04-4262-9FB7DA415D55}"/>
                </a:ext>
              </a:extLst>
            </p:cNvPr>
            <p:cNvSpPr/>
            <p:nvPr/>
          </p:nvSpPr>
          <p:spPr>
            <a:xfrm rot="5400000">
              <a:off x="5612415" y="6415931"/>
              <a:ext cx="167418" cy="125257"/>
            </a:xfrm>
            <a:custGeom>
              <a:avLst/>
              <a:gdLst>
                <a:gd name="connsiteX0" fmla="*/ 0 w 88035"/>
                <a:gd name="connsiteY0" fmla="*/ 65865 h 65865"/>
                <a:gd name="connsiteX1" fmla="*/ 44018 w 88035"/>
                <a:gd name="connsiteY1" fmla="*/ 65865 h 65865"/>
                <a:gd name="connsiteX2" fmla="*/ 88036 w 88035"/>
                <a:gd name="connsiteY2" fmla="*/ 65865 h 65865"/>
                <a:gd name="connsiteX3" fmla="*/ 44018 w 88035"/>
                <a:gd name="connsiteY3" fmla="*/ 0 h 65865"/>
                <a:gd name="connsiteX4" fmla="*/ 0 w 88035"/>
                <a:gd name="connsiteY4" fmla="*/ 65865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35" h="65865">
                  <a:moveTo>
                    <a:pt x="0" y="65865"/>
                  </a:moveTo>
                  <a:lnTo>
                    <a:pt x="44018" y="65865"/>
                  </a:lnTo>
                  <a:lnTo>
                    <a:pt x="88036" y="65865"/>
                  </a:lnTo>
                  <a:lnTo>
                    <a:pt x="44018" y="0"/>
                  </a:lnTo>
                  <a:lnTo>
                    <a:pt x="0" y="65865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7841EF7-FB55-60D7-E217-E78917B89474}"/>
                </a:ext>
              </a:extLst>
            </p:cNvPr>
            <p:cNvSpPr/>
            <p:nvPr/>
          </p:nvSpPr>
          <p:spPr>
            <a:xfrm rot="5400000">
              <a:off x="5801100" y="6415931"/>
              <a:ext cx="167418" cy="125257"/>
            </a:xfrm>
            <a:custGeom>
              <a:avLst/>
              <a:gdLst>
                <a:gd name="connsiteX0" fmla="*/ 0 w 88035"/>
                <a:gd name="connsiteY0" fmla="*/ 65865 h 65865"/>
                <a:gd name="connsiteX1" fmla="*/ 44018 w 88035"/>
                <a:gd name="connsiteY1" fmla="*/ 65865 h 65865"/>
                <a:gd name="connsiteX2" fmla="*/ 88036 w 88035"/>
                <a:gd name="connsiteY2" fmla="*/ 65865 h 65865"/>
                <a:gd name="connsiteX3" fmla="*/ 44018 w 88035"/>
                <a:gd name="connsiteY3" fmla="*/ 0 h 65865"/>
                <a:gd name="connsiteX4" fmla="*/ 0 w 88035"/>
                <a:gd name="connsiteY4" fmla="*/ 65865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35" h="65865">
                  <a:moveTo>
                    <a:pt x="0" y="65865"/>
                  </a:moveTo>
                  <a:lnTo>
                    <a:pt x="44018" y="65865"/>
                  </a:lnTo>
                  <a:lnTo>
                    <a:pt x="88036" y="65865"/>
                  </a:lnTo>
                  <a:lnTo>
                    <a:pt x="44018" y="0"/>
                  </a:lnTo>
                  <a:lnTo>
                    <a:pt x="0" y="65865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0593EFE-D06C-F5D8-0F6A-21D315404A46}"/>
                </a:ext>
              </a:extLst>
            </p:cNvPr>
            <p:cNvSpPr/>
            <p:nvPr/>
          </p:nvSpPr>
          <p:spPr>
            <a:xfrm rot="5400000">
              <a:off x="5989661" y="6415931"/>
              <a:ext cx="167418" cy="125257"/>
            </a:xfrm>
            <a:custGeom>
              <a:avLst/>
              <a:gdLst>
                <a:gd name="connsiteX0" fmla="*/ 0 w 88035"/>
                <a:gd name="connsiteY0" fmla="*/ 65865 h 65865"/>
                <a:gd name="connsiteX1" fmla="*/ 44018 w 88035"/>
                <a:gd name="connsiteY1" fmla="*/ 65865 h 65865"/>
                <a:gd name="connsiteX2" fmla="*/ 88036 w 88035"/>
                <a:gd name="connsiteY2" fmla="*/ 65865 h 65865"/>
                <a:gd name="connsiteX3" fmla="*/ 44018 w 88035"/>
                <a:gd name="connsiteY3" fmla="*/ 0 h 65865"/>
                <a:gd name="connsiteX4" fmla="*/ 0 w 88035"/>
                <a:gd name="connsiteY4" fmla="*/ 65865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35" h="65865">
                  <a:moveTo>
                    <a:pt x="0" y="65865"/>
                  </a:moveTo>
                  <a:lnTo>
                    <a:pt x="44018" y="65865"/>
                  </a:lnTo>
                  <a:lnTo>
                    <a:pt x="88036" y="65865"/>
                  </a:lnTo>
                  <a:lnTo>
                    <a:pt x="44018" y="0"/>
                  </a:lnTo>
                  <a:lnTo>
                    <a:pt x="0" y="65865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3950EDE-B9E2-7B6F-8D54-C81B175F2FCC}"/>
              </a:ext>
            </a:extLst>
          </p:cNvPr>
          <p:cNvSpPr/>
          <p:nvPr/>
        </p:nvSpPr>
        <p:spPr>
          <a:xfrm rot="5400000">
            <a:off x="10404089" y="1069634"/>
            <a:ext cx="103992" cy="103992"/>
          </a:xfrm>
          <a:custGeom>
            <a:avLst/>
            <a:gdLst>
              <a:gd name="connsiteX0" fmla="*/ 54683 w 54683"/>
              <a:gd name="connsiteY0" fmla="*/ 27341 h 54683"/>
              <a:gd name="connsiteX1" fmla="*/ 27342 w 54683"/>
              <a:gd name="connsiteY1" fmla="*/ 54683 h 54683"/>
              <a:gd name="connsiteX2" fmla="*/ 0 w 54683"/>
              <a:gd name="connsiteY2" fmla="*/ 27341 h 54683"/>
              <a:gd name="connsiteX3" fmla="*/ 27342 w 54683"/>
              <a:gd name="connsiteY3" fmla="*/ 0 h 54683"/>
              <a:gd name="connsiteX4" fmla="*/ 54683 w 54683"/>
              <a:gd name="connsiteY4" fmla="*/ 27341 h 5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3" h="54683">
                <a:moveTo>
                  <a:pt x="54683" y="27341"/>
                </a:moveTo>
                <a:cubicBezTo>
                  <a:pt x="54683" y="42442"/>
                  <a:pt x="42442" y="54683"/>
                  <a:pt x="27342" y="54683"/>
                </a:cubicBezTo>
                <a:cubicBezTo>
                  <a:pt x="12241" y="54683"/>
                  <a:pt x="0" y="42442"/>
                  <a:pt x="0" y="27341"/>
                </a:cubicBezTo>
                <a:cubicBezTo>
                  <a:pt x="0" y="12241"/>
                  <a:pt x="12241" y="0"/>
                  <a:pt x="27342" y="0"/>
                </a:cubicBezTo>
                <a:cubicBezTo>
                  <a:pt x="42442" y="0"/>
                  <a:pt x="54683" y="12241"/>
                  <a:pt x="54683" y="27341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B486D79-DE99-4D9B-B2A8-3202A4293D77}"/>
              </a:ext>
            </a:extLst>
          </p:cNvPr>
          <p:cNvSpPr/>
          <p:nvPr/>
        </p:nvSpPr>
        <p:spPr>
          <a:xfrm rot="5400000">
            <a:off x="8018300" y="6513471"/>
            <a:ext cx="103992" cy="103990"/>
          </a:xfrm>
          <a:custGeom>
            <a:avLst/>
            <a:gdLst>
              <a:gd name="connsiteX0" fmla="*/ 54683 w 54683"/>
              <a:gd name="connsiteY0" fmla="*/ 27341 h 54682"/>
              <a:gd name="connsiteX1" fmla="*/ 27342 w 54683"/>
              <a:gd name="connsiteY1" fmla="*/ 54683 h 54682"/>
              <a:gd name="connsiteX2" fmla="*/ 0 w 54683"/>
              <a:gd name="connsiteY2" fmla="*/ 27341 h 54682"/>
              <a:gd name="connsiteX3" fmla="*/ 27342 w 54683"/>
              <a:gd name="connsiteY3" fmla="*/ 0 h 54682"/>
              <a:gd name="connsiteX4" fmla="*/ 54683 w 54683"/>
              <a:gd name="connsiteY4" fmla="*/ 27341 h 54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3" h="54682">
                <a:moveTo>
                  <a:pt x="54683" y="27341"/>
                </a:moveTo>
                <a:cubicBezTo>
                  <a:pt x="54683" y="42466"/>
                  <a:pt x="42467" y="54683"/>
                  <a:pt x="27342" y="54683"/>
                </a:cubicBezTo>
                <a:cubicBezTo>
                  <a:pt x="12217" y="54683"/>
                  <a:pt x="0" y="42466"/>
                  <a:pt x="0" y="27341"/>
                </a:cubicBezTo>
                <a:cubicBezTo>
                  <a:pt x="0" y="12216"/>
                  <a:pt x="12217" y="0"/>
                  <a:pt x="27342" y="0"/>
                </a:cubicBezTo>
                <a:cubicBezTo>
                  <a:pt x="42467" y="0"/>
                  <a:pt x="54683" y="12216"/>
                  <a:pt x="54683" y="27341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5C398B1-2595-3CF1-8F33-686B87D5FF04}"/>
              </a:ext>
            </a:extLst>
          </p:cNvPr>
          <p:cNvSpPr/>
          <p:nvPr/>
        </p:nvSpPr>
        <p:spPr>
          <a:xfrm rot="5400000">
            <a:off x="5966368" y="1425614"/>
            <a:ext cx="103990" cy="103992"/>
          </a:xfrm>
          <a:custGeom>
            <a:avLst/>
            <a:gdLst>
              <a:gd name="connsiteX0" fmla="*/ 54683 w 54682"/>
              <a:gd name="connsiteY0" fmla="*/ 27342 h 54683"/>
              <a:gd name="connsiteX1" fmla="*/ 27341 w 54682"/>
              <a:gd name="connsiteY1" fmla="*/ 54683 h 54683"/>
              <a:gd name="connsiteX2" fmla="*/ 0 w 54682"/>
              <a:gd name="connsiteY2" fmla="*/ 27342 h 54683"/>
              <a:gd name="connsiteX3" fmla="*/ 27341 w 54682"/>
              <a:gd name="connsiteY3" fmla="*/ 0 h 54683"/>
              <a:gd name="connsiteX4" fmla="*/ 54683 w 54682"/>
              <a:gd name="connsiteY4" fmla="*/ 27342 h 5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2" h="54683">
                <a:moveTo>
                  <a:pt x="54683" y="27342"/>
                </a:moveTo>
                <a:cubicBezTo>
                  <a:pt x="54683" y="42467"/>
                  <a:pt x="42466" y="54683"/>
                  <a:pt x="27341" y="54683"/>
                </a:cubicBezTo>
                <a:cubicBezTo>
                  <a:pt x="12216" y="54683"/>
                  <a:pt x="0" y="42467"/>
                  <a:pt x="0" y="27342"/>
                </a:cubicBezTo>
                <a:cubicBezTo>
                  <a:pt x="0" y="12217"/>
                  <a:pt x="12216" y="0"/>
                  <a:pt x="27341" y="0"/>
                </a:cubicBezTo>
                <a:cubicBezTo>
                  <a:pt x="42466" y="0"/>
                  <a:pt x="54683" y="12217"/>
                  <a:pt x="54683" y="27342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EBF4ACA-2875-7CDF-6308-27715CFBAC48}"/>
              </a:ext>
            </a:extLst>
          </p:cNvPr>
          <p:cNvSpPr/>
          <p:nvPr/>
        </p:nvSpPr>
        <p:spPr>
          <a:xfrm rot="5400000">
            <a:off x="10168201" y="5546322"/>
            <a:ext cx="679757" cy="679757"/>
          </a:xfrm>
          <a:custGeom>
            <a:avLst/>
            <a:gdLst>
              <a:gd name="connsiteX0" fmla="*/ 178722 w 357443"/>
              <a:gd name="connsiteY0" fmla="*/ 0 h 357443"/>
              <a:gd name="connsiteX1" fmla="*/ 0 w 357443"/>
              <a:gd name="connsiteY1" fmla="*/ 178722 h 357443"/>
              <a:gd name="connsiteX2" fmla="*/ 178722 w 357443"/>
              <a:gd name="connsiteY2" fmla="*/ 357443 h 357443"/>
              <a:gd name="connsiteX3" fmla="*/ 357443 w 357443"/>
              <a:gd name="connsiteY3" fmla="*/ 178722 h 357443"/>
              <a:gd name="connsiteX4" fmla="*/ 178722 w 357443"/>
              <a:gd name="connsiteY4" fmla="*/ 0 h 357443"/>
              <a:gd name="connsiteX5" fmla="*/ 178722 w 357443"/>
              <a:gd name="connsiteY5" fmla="*/ 294810 h 357443"/>
              <a:gd name="connsiteX6" fmla="*/ 62633 w 357443"/>
              <a:gd name="connsiteY6" fmla="*/ 178722 h 357443"/>
              <a:gd name="connsiteX7" fmla="*/ 178722 w 357443"/>
              <a:gd name="connsiteY7" fmla="*/ 62633 h 357443"/>
              <a:gd name="connsiteX8" fmla="*/ 294810 w 357443"/>
              <a:gd name="connsiteY8" fmla="*/ 178722 h 357443"/>
              <a:gd name="connsiteX9" fmla="*/ 178722 w 357443"/>
              <a:gd name="connsiteY9" fmla="*/ 294810 h 35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7443" h="357443">
                <a:moveTo>
                  <a:pt x="178722" y="0"/>
                </a:moveTo>
                <a:cubicBezTo>
                  <a:pt x="80021" y="0"/>
                  <a:pt x="0" y="80021"/>
                  <a:pt x="0" y="178722"/>
                </a:cubicBezTo>
                <a:cubicBezTo>
                  <a:pt x="0" y="277423"/>
                  <a:pt x="80021" y="357443"/>
                  <a:pt x="178722" y="357443"/>
                </a:cubicBezTo>
                <a:cubicBezTo>
                  <a:pt x="277422" y="357443"/>
                  <a:pt x="357443" y="277423"/>
                  <a:pt x="357443" y="178722"/>
                </a:cubicBezTo>
                <a:cubicBezTo>
                  <a:pt x="357443" y="80021"/>
                  <a:pt x="277422" y="0"/>
                  <a:pt x="178722" y="0"/>
                </a:cubicBezTo>
                <a:close/>
                <a:moveTo>
                  <a:pt x="178722" y="294810"/>
                </a:moveTo>
                <a:cubicBezTo>
                  <a:pt x="114602" y="294810"/>
                  <a:pt x="62633" y="242842"/>
                  <a:pt x="62633" y="178722"/>
                </a:cubicBezTo>
                <a:cubicBezTo>
                  <a:pt x="62633" y="114602"/>
                  <a:pt x="114602" y="62633"/>
                  <a:pt x="178722" y="62633"/>
                </a:cubicBezTo>
                <a:cubicBezTo>
                  <a:pt x="242842" y="62633"/>
                  <a:pt x="294810" y="114602"/>
                  <a:pt x="294810" y="178722"/>
                </a:cubicBezTo>
                <a:cubicBezTo>
                  <a:pt x="294810" y="242842"/>
                  <a:pt x="242842" y="294810"/>
                  <a:pt x="178722" y="294810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97A57AEC-3A8B-0767-922E-10A48B387354}"/>
              </a:ext>
            </a:extLst>
          </p:cNvPr>
          <p:cNvSpPr/>
          <p:nvPr/>
        </p:nvSpPr>
        <p:spPr>
          <a:xfrm rot="5400000">
            <a:off x="6178652" y="54055"/>
            <a:ext cx="679757" cy="679757"/>
          </a:xfrm>
          <a:custGeom>
            <a:avLst/>
            <a:gdLst>
              <a:gd name="connsiteX0" fmla="*/ 178722 w 357443"/>
              <a:gd name="connsiteY0" fmla="*/ 0 h 357443"/>
              <a:gd name="connsiteX1" fmla="*/ 0 w 357443"/>
              <a:gd name="connsiteY1" fmla="*/ 178722 h 357443"/>
              <a:gd name="connsiteX2" fmla="*/ 178722 w 357443"/>
              <a:gd name="connsiteY2" fmla="*/ 357443 h 357443"/>
              <a:gd name="connsiteX3" fmla="*/ 357443 w 357443"/>
              <a:gd name="connsiteY3" fmla="*/ 178722 h 357443"/>
              <a:gd name="connsiteX4" fmla="*/ 178722 w 357443"/>
              <a:gd name="connsiteY4" fmla="*/ 0 h 357443"/>
              <a:gd name="connsiteX5" fmla="*/ 178722 w 357443"/>
              <a:gd name="connsiteY5" fmla="*/ 294810 h 357443"/>
              <a:gd name="connsiteX6" fmla="*/ 62633 w 357443"/>
              <a:gd name="connsiteY6" fmla="*/ 178722 h 357443"/>
              <a:gd name="connsiteX7" fmla="*/ 178722 w 357443"/>
              <a:gd name="connsiteY7" fmla="*/ 62633 h 357443"/>
              <a:gd name="connsiteX8" fmla="*/ 294810 w 357443"/>
              <a:gd name="connsiteY8" fmla="*/ 178722 h 357443"/>
              <a:gd name="connsiteX9" fmla="*/ 178722 w 357443"/>
              <a:gd name="connsiteY9" fmla="*/ 294810 h 35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7443" h="357443">
                <a:moveTo>
                  <a:pt x="178722" y="0"/>
                </a:moveTo>
                <a:cubicBezTo>
                  <a:pt x="80021" y="0"/>
                  <a:pt x="0" y="80021"/>
                  <a:pt x="0" y="178722"/>
                </a:cubicBezTo>
                <a:cubicBezTo>
                  <a:pt x="0" y="277422"/>
                  <a:pt x="80021" y="357443"/>
                  <a:pt x="178722" y="357443"/>
                </a:cubicBezTo>
                <a:cubicBezTo>
                  <a:pt x="277423" y="357443"/>
                  <a:pt x="357443" y="277422"/>
                  <a:pt x="357443" y="178722"/>
                </a:cubicBezTo>
                <a:cubicBezTo>
                  <a:pt x="357443" y="80021"/>
                  <a:pt x="277423" y="0"/>
                  <a:pt x="178722" y="0"/>
                </a:cubicBezTo>
                <a:close/>
                <a:moveTo>
                  <a:pt x="178722" y="294810"/>
                </a:moveTo>
                <a:cubicBezTo>
                  <a:pt x="114602" y="294810"/>
                  <a:pt x="62633" y="242842"/>
                  <a:pt x="62633" y="178722"/>
                </a:cubicBezTo>
                <a:cubicBezTo>
                  <a:pt x="62633" y="114602"/>
                  <a:pt x="114602" y="62633"/>
                  <a:pt x="178722" y="62633"/>
                </a:cubicBezTo>
                <a:cubicBezTo>
                  <a:pt x="242842" y="62633"/>
                  <a:pt x="294810" y="114602"/>
                  <a:pt x="294810" y="178722"/>
                </a:cubicBezTo>
                <a:cubicBezTo>
                  <a:pt x="294810" y="242842"/>
                  <a:pt x="242842" y="294810"/>
                  <a:pt x="178722" y="294810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Picture Placeholder 84">
            <a:extLst>
              <a:ext uri="{FF2B5EF4-FFF2-40B4-BE49-F238E27FC236}">
                <a16:creationId xmlns:a16="http://schemas.microsoft.com/office/drawing/2014/main" id="{E49B51C2-C9B0-E151-E9EA-D3DB68252E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963" y="1410841"/>
            <a:ext cx="3775075" cy="3775075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86" name="Picture Placeholder 84">
            <a:extLst>
              <a:ext uri="{FF2B5EF4-FFF2-40B4-BE49-F238E27FC236}">
                <a16:creationId xmlns:a16="http://schemas.microsoft.com/office/drawing/2014/main" id="{0FAE7176-FAD9-9797-ADB5-7D6AFCA9EB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3330" y="4041053"/>
            <a:ext cx="2130279" cy="2130279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4" name="Title 93">
            <a:extLst>
              <a:ext uri="{FF2B5EF4-FFF2-40B4-BE49-F238E27FC236}">
                <a16:creationId xmlns:a16="http://schemas.microsoft.com/office/drawing/2014/main" id="{72AD091C-3F18-8BD6-E1B1-CDDA7CC18D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828495"/>
            <a:ext cx="5420176" cy="26005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presentation Title here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E5A848E6-AD16-A898-653F-EA6C31F361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3454052"/>
            <a:ext cx="5417136" cy="8395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97" name="Picture Placeholder 84">
            <a:extLst>
              <a:ext uri="{FF2B5EF4-FFF2-40B4-BE49-F238E27FC236}">
                <a16:creationId xmlns:a16="http://schemas.microsoft.com/office/drawing/2014/main" id="{67001F6C-0AEA-9BC6-B8FD-2DEA3AF19F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85545" y="5075129"/>
            <a:ext cx="1043672" cy="1043672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Speaker image here</a:t>
            </a:r>
          </a:p>
        </p:txBody>
      </p:sp>
      <p:sp>
        <p:nvSpPr>
          <p:cNvPr id="98" name="Text Placeholder 95">
            <a:extLst>
              <a:ext uri="{FF2B5EF4-FFF2-40B4-BE49-F238E27FC236}">
                <a16:creationId xmlns:a16="http://schemas.microsoft.com/office/drawing/2014/main" id="{562B01FF-7625-9B43-F942-9A37D3A1F6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0926" y="5177178"/>
            <a:ext cx="2473527" cy="839574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speaker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46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-Design Them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12FC-90FF-4B94-9263-B812CCB5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036D0-E6B5-434C-940A-96676C27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BDD0-5377-499C-A75C-DCB6DEF0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1BD4D-1490-4F18-8CD7-D2ADC24C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19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-Desig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CB2B7-37D4-586C-9735-D02CF95B6371}"/>
              </a:ext>
            </a:extLst>
          </p:cNvPr>
          <p:cNvGrpSpPr/>
          <p:nvPr userDrawn="1"/>
        </p:nvGrpSpPr>
        <p:grpSpPr>
          <a:xfrm>
            <a:off x="57487" y="-1"/>
            <a:ext cx="12134514" cy="6721475"/>
            <a:chOff x="57487" y="-1"/>
            <a:chExt cx="12134514" cy="672147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383AB23-525F-A8EC-B362-E275113EBF5C}"/>
                </a:ext>
              </a:extLst>
            </p:cNvPr>
            <p:cNvSpPr/>
            <p:nvPr userDrawn="1"/>
          </p:nvSpPr>
          <p:spPr>
            <a:xfrm rot="5400000">
              <a:off x="11740409" y="1425492"/>
              <a:ext cx="181801" cy="181922"/>
            </a:xfrm>
            <a:custGeom>
              <a:avLst/>
              <a:gdLst>
                <a:gd name="connsiteX0" fmla="*/ 89781 w 95598"/>
                <a:gd name="connsiteY0" fmla="*/ 5817 h 95662"/>
                <a:gd name="connsiteX1" fmla="*/ 89781 w 95598"/>
                <a:gd name="connsiteY1" fmla="*/ 5817 h 95662"/>
                <a:gd name="connsiteX2" fmla="*/ 61793 w 95598"/>
                <a:gd name="connsiteY2" fmla="*/ 5817 h 95662"/>
                <a:gd name="connsiteX3" fmla="*/ 47767 w 95598"/>
                <a:gd name="connsiteY3" fmla="*/ 19779 h 95662"/>
                <a:gd name="connsiteX4" fmla="*/ 33805 w 95598"/>
                <a:gd name="connsiteY4" fmla="*/ 5817 h 95662"/>
                <a:gd name="connsiteX5" fmla="*/ 5817 w 95598"/>
                <a:gd name="connsiteY5" fmla="*/ 5817 h 95662"/>
                <a:gd name="connsiteX6" fmla="*/ 5817 w 95598"/>
                <a:gd name="connsiteY6" fmla="*/ 5817 h 95662"/>
                <a:gd name="connsiteX7" fmla="*/ 5817 w 95598"/>
                <a:gd name="connsiteY7" fmla="*/ 33805 h 95662"/>
                <a:gd name="connsiteX8" fmla="*/ 19844 w 95598"/>
                <a:gd name="connsiteY8" fmla="*/ 47831 h 95662"/>
                <a:gd name="connsiteX9" fmla="*/ 5817 w 95598"/>
                <a:gd name="connsiteY9" fmla="*/ 61858 h 95662"/>
                <a:gd name="connsiteX10" fmla="*/ 5817 w 95598"/>
                <a:gd name="connsiteY10" fmla="*/ 89846 h 95662"/>
                <a:gd name="connsiteX11" fmla="*/ 5817 w 95598"/>
                <a:gd name="connsiteY11" fmla="*/ 89846 h 95662"/>
                <a:gd name="connsiteX12" fmla="*/ 33805 w 95598"/>
                <a:gd name="connsiteY12" fmla="*/ 89846 h 95662"/>
                <a:gd name="connsiteX13" fmla="*/ 47767 w 95598"/>
                <a:gd name="connsiteY13" fmla="*/ 75884 h 95662"/>
                <a:gd name="connsiteX14" fmla="*/ 61793 w 95598"/>
                <a:gd name="connsiteY14" fmla="*/ 89846 h 95662"/>
                <a:gd name="connsiteX15" fmla="*/ 89781 w 95598"/>
                <a:gd name="connsiteY15" fmla="*/ 89846 h 95662"/>
                <a:gd name="connsiteX16" fmla="*/ 89781 w 95598"/>
                <a:gd name="connsiteY16" fmla="*/ 89846 h 95662"/>
                <a:gd name="connsiteX17" fmla="*/ 89781 w 95598"/>
                <a:gd name="connsiteY17" fmla="*/ 61858 h 95662"/>
                <a:gd name="connsiteX18" fmla="*/ 75819 w 95598"/>
                <a:gd name="connsiteY18" fmla="*/ 47831 h 95662"/>
                <a:gd name="connsiteX19" fmla="*/ 89781 w 95598"/>
                <a:gd name="connsiteY19" fmla="*/ 33805 h 95662"/>
                <a:gd name="connsiteX20" fmla="*/ 89781 w 95598"/>
                <a:gd name="connsiteY20" fmla="*/ 5817 h 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98" h="95662">
                  <a:moveTo>
                    <a:pt x="89781" y="5817"/>
                  </a:moveTo>
                  <a:lnTo>
                    <a:pt x="89781" y="5817"/>
                  </a:lnTo>
                  <a:cubicBezTo>
                    <a:pt x="82024" y="-1939"/>
                    <a:pt x="69550" y="-1939"/>
                    <a:pt x="61793" y="5817"/>
                  </a:cubicBezTo>
                  <a:lnTo>
                    <a:pt x="47767" y="19779"/>
                  </a:lnTo>
                  <a:lnTo>
                    <a:pt x="33805" y="5817"/>
                  </a:lnTo>
                  <a:cubicBezTo>
                    <a:pt x="26049" y="-1939"/>
                    <a:pt x="13574" y="-1939"/>
                    <a:pt x="5817" y="5817"/>
                  </a:cubicBezTo>
                  <a:lnTo>
                    <a:pt x="5817" y="5817"/>
                  </a:lnTo>
                  <a:cubicBezTo>
                    <a:pt x="-1939" y="13574"/>
                    <a:pt x="-1939" y="26049"/>
                    <a:pt x="5817" y="33805"/>
                  </a:cubicBezTo>
                  <a:lnTo>
                    <a:pt x="19844" y="47831"/>
                  </a:lnTo>
                  <a:lnTo>
                    <a:pt x="5817" y="61858"/>
                  </a:lnTo>
                  <a:cubicBezTo>
                    <a:pt x="-1939" y="69614"/>
                    <a:pt x="-1939" y="82089"/>
                    <a:pt x="5817" y="89846"/>
                  </a:cubicBezTo>
                  <a:lnTo>
                    <a:pt x="5817" y="89846"/>
                  </a:lnTo>
                  <a:cubicBezTo>
                    <a:pt x="13574" y="97602"/>
                    <a:pt x="26049" y="97602"/>
                    <a:pt x="33805" y="89846"/>
                  </a:cubicBezTo>
                  <a:lnTo>
                    <a:pt x="47767" y="75884"/>
                  </a:lnTo>
                  <a:lnTo>
                    <a:pt x="61793" y="89846"/>
                  </a:lnTo>
                  <a:cubicBezTo>
                    <a:pt x="69550" y="97602"/>
                    <a:pt x="82024" y="97602"/>
                    <a:pt x="89781" y="89846"/>
                  </a:cubicBezTo>
                  <a:lnTo>
                    <a:pt x="89781" y="89846"/>
                  </a:lnTo>
                  <a:cubicBezTo>
                    <a:pt x="97537" y="82089"/>
                    <a:pt x="97537" y="69614"/>
                    <a:pt x="89781" y="61858"/>
                  </a:cubicBezTo>
                  <a:lnTo>
                    <a:pt x="75819" y="47831"/>
                  </a:lnTo>
                  <a:lnTo>
                    <a:pt x="89781" y="33805"/>
                  </a:lnTo>
                  <a:cubicBezTo>
                    <a:pt x="97537" y="26049"/>
                    <a:pt x="97537" y="13574"/>
                    <a:pt x="89781" y="5817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BF9EAD-12B3-F7D4-EC7E-D22AF39042C8}"/>
                </a:ext>
              </a:extLst>
            </p:cNvPr>
            <p:cNvSpPr/>
            <p:nvPr userDrawn="1"/>
          </p:nvSpPr>
          <p:spPr>
            <a:xfrm rot="5400000">
              <a:off x="11295177" y="5668125"/>
              <a:ext cx="623089" cy="623089"/>
            </a:xfrm>
            <a:custGeom>
              <a:avLst/>
              <a:gdLst>
                <a:gd name="connsiteX0" fmla="*/ 307770 w 327645"/>
                <a:gd name="connsiteY0" fmla="*/ 19876 h 327645"/>
                <a:gd name="connsiteX1" fmla="*/ 307770 w 327645"/>
                <a:gd name="connsiteY1" fmla="*/ 19876 h 327645"/>
                <a:gd name="connsiteX2" fmla="*/ 211784 w 327645"/>
                <a:gd name="connsiteY2" fmla="*/ 19876 h 327645"/>
                <a:gd name="connsiteX3" fmla="*/ 163823 w 327645"/>
                <a:gd name="connsiteY3" fmla="*/ 67837 h 327645"/>
                <a:gd name="connsiteX4" fmla="*/ 115862 w 327645"/>
                <a:gd name="connsiteY4" fmla="*/ 19876 h 327645"/>
                <a:gd name="connsiteX5" fmla="*/ 19876 w 327645"/>
                <a:gd name="connsiteY5" fmla="*/ 19876 h 327645"/>
                <a:gd name="connsiteX6" fmla="*/ 19876 w 327645"/>
                <a:gd name="connsiteY6" fmla="*/ 19876 h 327645"/>
                <a:gd name="connsiteX7" fmla="*/ 19876 w 327645"/>
                <a:gd name="connsiteY7" fmla="*/ 115862 h 327645"/>
                <a:gd name="connsiteX8" fmla="*/ 67837 w 327645"/>
                <a:gd name="connsiteY8" fmla="*/ 163823 h 327645"/>
                <a:gd name="connsiteX9" fmla="*/ 19876 w 327645"/>
                <a:gd name="connsiteY9" fmla="*/ 211784 h 327645"/>
                <a:gd name="connsiteX10" fmla="*/ 19876 w 327645"/>
                <a:gd name="connsiteY10" fmla="*/ 307770 h 327645"/>
                <a:gd name="connsiteX11" fmla="*/ 19876 w 327645"/>
                <a:gd name="connsiteY11" fmla="*/ 307770 h 327645"/>
                <a:gd name="connsiteX12" fmla="*/ 115862 w 327645"/>
                <a:gd name="connsiteY12" fmla="*/ 307770 h 327645"/>
                <a:gd name="connsiteX13" fmla="*/ 163823 w 327645"/>
                <a:gd name="connsiteY13" fmla="*/ 259809 h 327645"/>
                <a:gd name="connsiteX14" fmla="*/ 211784 w 327645"/>
                <a:gd name="connsiteY14" fmla="*/ 307770 h 327645"/>
                <a:gd name="connsiteX15" fmla="*/ 307770 w 327645"/>
                <a:gd name="connsiteY15" fmla="*/ 307770 h 327645"/>
                <a:gd name="connsiteX16" fmla="*/ 307770 w 327645"/>
                <a:gd name="connsiteY16" fmla="*/ 307770 h 327645"/>
                <a:gd name="connsiteX17" fmla="*/ 307770 w 327645"/>
                <a:gd name="connsiteY17" fmla="*/ 211784 h 327645"/>
                <a:gd name="connsiteX18" fmla="*/ 259809 w 327645"/>
                <a:gd name="connsiteY18" fmla="*/ 163823 h 327645"/>
                <a:gd name="connsiteX19" fmla="*/ 307770 w 327645"/>
                <a:gd name="connsiteY19" fmla="*/ 115862 h 327645"/>
                <a:gd name="connsiteX20" fmla="*/ 307770 w 327645"/>
                <a:gd name="connsiteY20" fmla="*/ 19876 h 32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7645" h="327645">
                  <a:moveTo>
                    <a:pt x="307770" y="19876"/>
                  </a:moveTo>
                  <a:lnTo>
                    <a:pt x="307770" y="19876"/>
                  </a:lnTo>
                  <a:cubicBezTo>
                    <a:pt x="281269" y="-6625"/>
                    <a:pt x="238285" y="-6625"/>
                    <a:pt x="211784" y="19876"/>
                  </a:cubicBezTo>
                  <a:lnTo>
                    <a:pt x="163823" y="67837"/>
                  </a:lnTo>
                  <a:lnTo>
                    <a:pt x="115862" y="19876"/>
                  </a:lnTo>
                  <a:cubicBezTo>
                    <a:pt x="89361" y="-6625"/>
                    <a:pt x="46377" y="-6625"/>
                    <a:pt x="19876" y="19876"/>
                  </a:cubicBezTo>
                  <a:lnTo>
                    <a:pt x="19876" y="19876"/>
                  </a:lnTo>
                  <a:cubicBezTo>
                    <a:pt x="-6625" y="46377"/>
                    <a:pt x="-6625" y="89361"/>
                    <a:pt x="19876" y="115862"/>
                  </a:cubicBezTo>
                  <a:lnTo>
                    <a:pt x="67837" y="163823"/>
                  </a:lnTo>
                  <a:lnTo>
                    <a:pt x="19876" y="211784"/>
                  </a:lnTo>
                  <a:cubicBezTo>
                    <a:pt x="-6625" y="238285"/>
                    <a:pt x="-6625" y="281269"/>
                    <a:pt x="19876" y="307770"/>
                  </a:cubicBezTo>
                  <a:lnTo>
                    <a:pt x="19876" y="307770"/>
                  </a:lnTo>
                  <a:cubicBezTo>
                    <a:pt x="46377" y="334271"/>
                    <a:pt x="89361" y="334271"/>
                    <a:pt x="115862" y="307770"/>
                  </a:cubicBezTo>
                  <a:lnTo>
                    <a:pt x="163823" y="259809"/>
                  </a:lnTo>
                  <a:lnTo>
                    <a:pt x="211784" y="307770"/>
                  </a:lnTo>
                  <a:cubicBezTo>
                    <a:pt x="238285" y="334271"/>
                    <a:pt x="281269" y="334271"/>
                    <a:pt x="307770" y="307770"/>
                  </a:cubicBezTo>
                  <a:lnTo>
                    <a:pt x="307770" y="307770"/>
                  </a:lnTo>
                  <a:cubicBezTo>
                    <a:pt x="334271" y="281269"/>
                    <a:pt x="334271" y="238285"/>
                    <a:pt x="307770" y="211784"/>
                  </a:cubicBezTo>
                  <a:lnTo>
                    <a:pt x="259809" y="163823"/>
                  </a:lnTo>
                  <a:lnTo>
                    <a:pt x="307770" y="115862"/>
                  </a:lnTo>
                  <a:cubicBezTo>
                    <a:pt x="334271" y="89361"/>
                    <a:pt x="334271" y="46377"/>
                    <a:pt x="307770" y="19876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1746537-7EFE-CBAA-0F26-C90D60AD0AA5}"/>
                </a:ext>
              </a:extLst>
            </p:cNvPr>
            <p:cNvSpPr/>
            <p:nvPr userDrawn="1"/>
          </p:nvSpPr>
          <p:spPr>
            <a:xfrm rot="5400000">
              <a:off x="10931822" y="-52898"/>
              <a:ext cx="1207281" cy="1313076"/>
            </a:xfrm>
            <a:custGeom>
              <a:avLst/>
              <a:gdLst>
                <a:gd name="connsiteX0" fmla="*/ 0 w 1207281"/>
                <a:gd name="connsiteY0" fmla="*/ 1313076 h 1313076"/>
                <a:gd name="connsiteX1" fmla="*/ 0 w 1207281"/>
                <a:gd name="connsiteY1" fmla="*/ 0 h 1313076"/>
                <a:gd name="connsiteX2" fmla="*/ 1204299 w 1207281"/>
                <a:gd name="connsiteY2" fmla="*/ 0 h 1313076"/>
                <a:gd name="connsiteX3" fmla="*/ 1207281 w 1207281"/>
                <a:gd name="connsiteY3" fmla="*/ 59056 h 1313076"/>
                <a:gd name="connsiteX4" fmla="*/ 79245 w 1207281"/>
                <a:gd name="connsiteY4" fmla="*/ 1309075 h 13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281" h="1313076">
                  <a:moveTo>
                    <a:pt x="0" y="1313076"/>
                  </a:moveTo>
                  <a:lnTo>
                    <a:pt x="0" y="0"/>
                  </a:lnTo>
                  <a:lnTo>
                    <a:pt x="1204299" y="0"/>
                  </a:lnTo>
                  <a:lnTo>
                    <a:pt x="1207281" y="59056"/>
                  </a:lnTo>
                  <a:cubicBezTo>
                    <a:pt x="1207281" y="709632"/>
                    <a:pt x="712846" y="1244729"/>
                    <a:pt x="79245" y="1309075"/>
                  </a:cubicBezTo>
                  <a:close/>
                </a:path>
              </a:pathLst>
            </a:custGeom>
            <a:solidFill>
              <a:schemeClr val="accent1">
                <a:alpha val="54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A8A09A-4E17-E708-5216-2730171D5D09}"/>
                </a:ext>
              </a:extLst>
            </p:cNvPr>
            <p:cNvSpPr/>
            <p:nvPr userDrawn="1"/>
          </p:nvSpPr>
          <p:spPr>
            <a:xfrm rot="5400000">
              <a:off x="1890080" y="-182632"/>
              <a:ext cx="502687" cy="867952"/>
            </a:xfrm>
            <a:custGeom>
              <a:avLst/>
              <a:gdLst>
                <a:gd name="connsiteX0" fmla="*/ 0 w 828495"/>
                <a:gd name="connsiteY0" fmla="*/ 1247535 h 1430501"/>
                <a:gd name="connsiteX1" fmla="*/ 0 w 828495"/>
                <a:gd name="connsiteY1" fmla="*/ 182968 h 1430501"/>
                <a:gd name="connsiteX2" fmla="*/ 113243 w 828495"/>
                <a:gd name="connsiteY2" fmla="*/ 296210 h 1430501"/>
                <a:gd name="connsiteX3" fmla="*/ 322702 w 828495"/>
                <a:gd name="connsiteY3" fmla="*/ 86753 h 1430501"/>
                <a:gd name="connsiteX4" fmla="*/ 741742 w 828495"/>
                <a:gd name="connsiteY4" fmla="*/ 86753 h 1430501"/>
                <a:gd name="connsiteX5" fmla="*/ 741742 w 828495"/>
                <a:gd name="connsiteY5" fmla="*/ 505791 h 1430501"/>
                <a:gd name="connsiteX6" fmla="*/ 532283 w 828495"/>
                <a:gd name="connsiteY6" fmla="*/ 715251 h 1430501"/>
                <a:gd name="connsiteX7" fmla="*/ 741742 w 828495"/>
                <a:gd name="connsiteY7" fmla="*/ 924710 h 1430501"/>
                <a:gd name="connsiteX8" fmla="*/ 741742 w 828495"/>
                <a:gd name="connsiteY8" fmla="*/ 1343750 h 1430501"/>
                <a:gd name="connsiteX9" fmla="*/ 322702 w 828495"/>
                <a:gd name="connsiteY9" fmla="*/ 1343750 h 1430501"/>
                <a:gd name="connsiteX10" fmla="*/ 113243 w 828495"/>
                <a:gd name="connsiteY10" fmla="*/ 1134291 h 143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8495" h="1430501">
                  <a:moveTo>
                    <a:pt x="0" y="1247535"/>
                  </a:moveTo>
                  <a:lnTo>
                    <a:pt x="0" y="182968"/>
                  </a:lnTo>
                  <a:lnTo>
                    <a:pt x="113243" y="296210"/>
                  </a:lnTo>
                  <a:lnTo>
                    <a:pt x="322702" y="86753"/>
                  </a:lnTo>
                  <a:cubicBezTo>
                    <a:pt x="438494" y="-28918"/>
                    <a:pt x="626074" y="-28918"/>
                    <a:pt x="741742" y="86753"/>
                  </a:cubicBezTo>
                  <a:cubicBezTo>
                    <a:pt x="857413" y="202545"/>
                    <a:pt x="857413" y="390123"/>
                    <a:pt x="741742" y="505791"/>
                  </a:cubicBezTo>
                  <a:lnTo>
                    <a:pt x="532283" y="715251"/>
                  </a:lnTo>
                  <a:lnTo>
                    <a:pt x="741742" y="924710"/>
                  </a:lnTo>
                  <a:cubicBezTo>
                    <a:pt x="857413" y="1040502"/>
                    <a:pt x="857413" y="1228080"/>
                    <a:pt x="741742" y="1343750"/>
                  </a:cubicBezTo>
                  <a:cubicBezTo>
                    <a:pt x="625950" y="1459419"/>
                    <a:pt x="438372" y="1459419"/>
                    <a:pt x="322702" y="1343750"/>
                  </a:cubicBezTo>
                  <a:lnTo>
                    <a:pt x="113243" y="1134291"/>
                  </a:ln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C7BFED6-0E93-AD84-C6A1-99DB3ED40696}"/>
                </a:ext>
              </a:extLst>
            </p:cNvPr>
            <p:cNvSpPr/>
            <p:nvPr userDrawn="1"/>
          </p:nvSpPr>
          <p:spPr>
            <a:xfrm rot="5400000">
              <a:off x="90637" y="5203"/>
              <a:ext cx="540092" cy="606391"/>
            </a:xfrm>
            <a:custGeom>
              <a:avLst/>
              <a:gdLst>
                <a:gd name="connsiteX0" fmla="*/ 730524 w 773054"/>
                <a:gd name="connsiteY0" fmla="*/ 21265 h 867951"/>
                <a:gd name="connsiteX1" fmla="*/ 751789 w 773054"/>
                <a:gd name="connsiteY1" fmla="*/ 0 h 867951"/>
                <a:gd name="connsiteX2" fmla="*/ 773054 w 773054"/>
                <a:gd name="connsiteY2" fmla="*/ 21265 h 867951"/>
                <a:gd name="connsiteX3" fmla="*/ 751789 w 773054"/>
                <a:gd name="connsiteY3" fmla="*/ 42530 h 867951"/>
                <a:gd name="connsiteX4" fmla="*/ 730524 w 773054"/>
                <a:gd name="connsiteY4" fmla="*/ 21265 h 867951"/>
                <a:gd name="connsiteX5" fmla="*/ 730524 w 773054"/>
                <a:gd name="connsiteY5" fmla="*/ 296363 h 867951"/>
                <a:gd name="connsiteX6" fmla="*/ 751789 w 773054"/>
                <a:gd name="connsiteY6" fmla="*/ 275098 h 867951"/>
                <a:gd name="connsiteX7" fmla="*/ 773054 w 773054"/>
                <a:gd name="connsiteY7" fmla="*/ 296363 h 867951"/>
                <a:gd name="connsiteX8" fmla="*/ 751789 w 773054"/>
                <a:gd name="connsiteY8" fmla="*/ 317630 h 867951"/>
                <a:gd name="connsiteX9" fmla="*/ 730524 w 773054"/>
                <a:gd name="connsiteY9" fmla="*/ 296363 h 867951"/>
                <a:gd name="connsiteX10" fmla="*/ 730524 w 773054"/>
                <a:gd name="connsiteY10" fmla="*/ 571585 h 867951"/>
                <a:gd name="connsiteX11" fmla="*/ 751789 w 773054"/>
                <a:gd name="connsiteY11" fmla="*/ 550320 h 867951"/>
                <a:gd name="connsiteX12" fmla="*/ 773054 w 773054"/>
                <a:gd name="connsiteY12" fmla="*/ 571585 h 867951"/>
                <a:gd name="connsiteX13" fmla="*/ 751789 w 773054"/>
                <a:gd name="connsiteY13" fmla="*/ 592852 h 867951"/>
                <a:gd name="connsiteX14" fmla="*/ 730524 w 773054"/>
                <a:gd name="connsiteY14" fmla="*/ 571585 h 867951"/>
                <a:gd name="connsiteX15" fmla="*/ 730524 w 773054"/>
                <a:gd name="connsiteY15" fmla="*/ 846684 h 867951"/>
                <a:gd name="connsiteX16" fmla="*/ 751789 w 773054"/>
                <a:gd name="connsiteY16" fmla="*/ 825419 h 867951"/>
                <a:gd name="connsiteX17" fmla="*/ 773054 w 773054"/>
                <a:gd name="connsiteY17" fmla="*/ 846684 h 867951"/>
                <a:gd name="connsiteX18" fmla="*/ 751789 w 773054"/>
                <a:gd name="connsiteY18" fmla="*/ 867951 h 867951"/>
                <a:gd name="connsiteX19" fmla="*/ 730524 w 773054"/>
                <a:gd name="connsiteY19" fmla="*/ 846684 h 867951"/>
                <a:gd name="connsiteX20" fmla="*/ 487017 w 773054"/>
                <a:gd name="connsiteY20" fmla="*/ 21265 h 867951"/>
                <a:gd name="connsiteX21" fmla="*/ 508282 w 773054"/>
                <a:gd name="connsiteY21" fmla="*/ 0 h 867951"/>
                <a:gd name="connsiteX22" fmla="*/ 529547 w 773054"/>
                <a:gd name="connsiteY22" fmla="*/ 21265 h 867951"/>
                <a:gd name="connsiteX23" fmla="*/ 508282 w 773054"/>
                <a:gd name="connsiteY23" fmla="*/ 42530 h 867951"/>
                <a:gd name="connsiteX24" fmla="*/ 487017 w 773054"/>
                <a:gd name="connsiteY24" fmla="*/ 21265 h 867951"/>
                <a:gd name="connsiteX25" fmla="*/ 487017 w 773054"/>
                <a:gd name="connsiteY25" fmla="*/ 296363 h 867951"/>
                <a:gd name="connsiteX26" fmla="*/ 508282 w 773054"/>
                <a:gd name="connsiteY26" fmla="*/ 275098 h 867951"/>
                <a:gd name="connsiteX27" fmla="*/ 529547 w 773054"/>
                <a:gd name="connsiteY27" fmla="*/ 296363 h 867951"/>
                <a:gd name="connsiteX28" fmla="*/ 508282 w 773054"/>
                <a:gd name="connsiteY28" fmla="*/ 317630 h 867951"/>
                <a:gd name="connsiteX29" fmla="*/ 487017 w 773054"/>
                <a:gd name="connsiteY29" fmla="*/ 296363 h 867951"/>
                <a:gd name="connsiteX30" fmla="*/ 487017 w 773054"/>
                <a:gd name="connsiteY30" fmla="*/ 571585 h 867951"/>
                <a:gd name="connsiteX31" fmla="*/ 508282 w 773054"/>
                <a:gd name="connsiteY31" fmla="*/ 550320 h 867951"/>
                <a:gd name="connsiteX32" fmla="*/ 529547 w 773054"/>
                <a:gd name="connsiteY32" fmla="*/ 571585 h 867951"/>
                <a:gd name="connsiteX33" fmla="*/ 508282 w 773054"/>
                <a:gd name="connsiteY33" fmla="*/ 592852 h 867951"/>
                <a:gd name="connsiteX34" fmla="*/ 487017 w 773054"/>
                <a:gd name="connsiteY34" fmla="*/ 571585 h 867951"/>
                <a:gd name="connsiteX35" fmla="*/ 487017 w 773054"/>
                <a:gd name="connsiteY35" fmla="*/ 846684 h 867951"/>
                <a:gd name="connsiteX36" fmla="*/ 508282 w 773054"/>
                <a:gd name="connsiteY36" fmla="*/ 825419 h 867951"/>
                <a:gd name="connsiteX37" fmla="*/ 529547 w 773054"/>
                <a:gd name="connsiteY37" fmla="*/ 846684 h 867951"/>
                <a:gd name="connsiteX38" fmla="*/ 508282 w 773054"/>
                <a:gd name="connsiteY38" fmla="*/ 867951 h 867951"/>
                <a:gd name="connsiteX39" fmla="*/ 487017 w 773054"/>
                <a:gd name="connsiteY39" fmla="*/ 846684 h 867951"/>
                <a:gd name="connsiteX40" fmla="*/ 243509 w 773054"/>
                <a:gd name="connsiteY40" fmla="*/ 21265 h 867951"/>
                <a:gd name="connsiteX41" fmla="*/ 264774 w 773054"/>
                <a:gd name="connsiteY41" fmla="*/ 0 h 867951"/>
                <a:gd name="connsiteX42" fmla="*/ 286039 w 773054"/>
                <a:gd name="connsiteY42" fmla="*/ 21265 h 867951"/>
                <a:gd name="connsiteX43" fmla="*/ 264774 w 773054"/>
                <a:gd name="connsiteY43" fmla="*/ 42530 h 867951"/>
                <a:gd name="connsiteX44" fmla="*/ 243509 w 773054"/>
                <a:gd name="connsiteY44" fmla="*/ 21265 h 867951"/>
                <a:gd name="connsiteX45" fmla="*/ 243509 w 773054"/>
                <a:gd name="connsiteY45" fmla="*/ 296363 h 867951"/>
                <a:gd name="connsiteX46" fmla="*/ 264774 w 773054"/>
                <a:gd name="connsiteY46" fmla="*/ 275098 h 867951"/>
                <a:gd name="connsiteX47" fmla="*/ 286039 w 773054"/>
                <a:gd name="connsiteY47" fmla="*/ 296363 h 867951"/>
                <a:gd name="connsiteX48" fmla="*/ 264774 w 773054"/>
                <a:gd name="connsiteY48" fmla="*/ 317630 h 867951"/>
                <a:gd name="connsiteX49" fmla="*/ 243509 w 773054"/>
                <a:gd name="connsiteY49" fmla="*/ 296363 h 867951"/>
                <a:gd name="connsiteX50" fmla="*/ 243509 w 773054"/>
                <a:gd name="connsiteY50" fmla="*/ 571585 h 867951"/>
                <a:gd name="connsiteX51" fmla="*/ 264774 w 773054"/>
                <a:gd name="connsiteY51" fmla="*/ 550320 h 867951"/>
                <a:gd name="connsiteX52" fmla="*/ 286039 w 773054"/>
                <a:gd name="connsiteY52" fmla="*/ 571585 h 867951"/>
                <a:gd name="connsiteX53" fmla="*/ 264774 w 773054"/>
                <a:gd name="connsiteY53" fmla="*/ 592852 h 867951"/>
                <a:gd name="connsiteX54" fmla="*/ 243509 w 773054"/>
                <a:gd name="connsiteY54" fmla="*/ 571585 h 867951"/>
                <a:gd name="connsiteX55" fmla="*/ 243509 w 773054"/>
                <a:gd name="connsiteY55" fmla="*/ 846684 h 867951"/>
                <a:gd name="connsiteX56" fmla="*/ 264774 w 773054"/>
                <a:gd name="connsiteY56" fmla="*/ 825419 h 867951"/>
                <a:gd name="connsiteX57" fmla="*/ 286039 w 773054"/>
                <a:gd name="connsiteY57" fmla="*/ 846684 h 867951"/>
                <a:gd name="connsiteX58" fmla="*/ 264774 w 773054"/>
                <a:gd name="connsiteY58" fmla="*/ 867951 h 867951"/>
                <a:gd name="connsiteX59" fmla="*/ 243509 w 773054"/>
                <a:gd name="connsiteY59" fmla="*/ 846684 h 867951"/>
                <a:gd name="connsiteX60" fmla="*/ 0 w 773054"/>
                <a:gd name="connsiteY60" fmla="*/ 21265 h 867951"/>
                <a:gd name="connsiteX61" fmla="*/ 21265 w 773054"/>
                <a:gd name="connsiteY61" fmla="*/ 0 h 867951"/>
                <a:gd name="connsiteX62" fmla="*/ 42530 w 773054"/>
                <a:gd name="connsiteY62" fmla="*/ 21265 h 867951"/>
                <a:gd name="connsiteX63" fmla="*/ 21265 w 773054"/>
                <a:gd name="connsiteY63" fmla="*/ 42530 h 867951"/>
                <a:gd name="connsiteX64" fmla="*/ 0 w 773054"/>
                <a:gd name="connsiteY64" fmla="*/ 21265 h 867951"/>
                <a:gd name="connsiteX65" fmla="*/ 0 w 773054"/>
                <a:gd name="connsiteY65" fmla="*/ 296363 h 867951"/>
                <a:gd name="connsiteX66" fmla="*/ 21265 w 773054"/>
                <a:gd name="connsiteY66" fmla="*/ 275098 h 867951"/>
                <a:gd name="connsiteX67" fmla="*/ 42530 w 773054"/>
                <a:gd name="connsiteY67" fmla="*/ 296363 h 867951"/>
                <a:gd name="connsiteX68" fmla="*/ 21265 w 773054"/>
                <a:gd name="connsiteY68" fmla="*/ 317630 h 867951"/>
                <a:gd name="connsiteX69" fmla="*/ 0 w 773054"/>
                <a:gd name="connsiteY69" fmla="*/ 296363 h 867951"/>
                <a:gd name="connsiteX70" fmla="*/ 0 w 773054"/>
                <a:gd name="connsiteY70" fmla="*/ 571585 h 867951"/>
                <a:gd name="connsiteX71" fmla="*/ 21265 w 773054"/>
                <a:gd name="connsiteY71" fmla="*/ 550320 h 867951"/>
                <a:gd name="connsiteX72" fmla="*/ 42530 w 773054"/>
                <a:gd name="connsiteY72" fmla="*/ 571585 h 867951"/>
                <a:gd name="connsiteX73" fmla="*/ 21265 w 773054"/>
                <a:gd name="connsiteY73" fmla="*/ 592852 h 867951"/>
                <a:gd name="connsiteX74" fmla="*/ 0 w 773054"/>
                <a:gd name="connsiteY74" fmla="*/ 571585 h 867951"/>
                <a:gd name="connsiteX75" fmla="*/ 0 w 773054"/>
                <a:gd name="connsiteY75" fmla="*/ 846684 h 867951"/>
                <a:gd name="connsiteX76" fmla="*/ 21265 w 773054"/>
                <a:gd name="connsiteY76" fmla="*/ 825419 h 867951"/>
                <a:gd name="connsiteX77" fmla="*/ 42530 w 773054"/>
                <a:gd name="connsiteY77" fmla="*/ 846684 h 867951"/>
                <a:gd name="connsiteX78" fmla="*/ 21265 w 773054"/>
                <a:gd name="connsiteY78" fmla="*/ 867951 h 867951"/>
                <a:gd name="connsiteX79" fmla="*/ 0 w 773054"/>
                <a:gd name="connsiteY79" fmla="*/ 846684 h 867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73054" h="867951">
                  <a:moveTo>
                    <a:pt x="730524" y="21265"/>
                  </a:moveTo>
                  <a:cubicBezTo>
                    <a:pt x="730524" y="9586"/>
                    <a:pt x="740112" y="0"/>
                    <a:pt x="751789" y="0"/>
                  </a:cubicBezTo>
                  <a:cubicBezTo>
                    <a:pt x="763467" y="0"/>
                    <a:pt x="773054" y="9586"/>
                    <a:pt x="773054" y="21265"/>
                  </a:cubicBezTo>
                  <a:cubicBezTo>
                    <a:pt x="773054" y="33065"/>
                    <a:pt x="763467" y="42530"/>
                    <a:pt x="751789" y="42530"/>
                  </a:cubicBezTo>
                  <a:cubicBezTo>
                    <a:pt x="740112" y="42530"/>
                    <a:pt x="730524" y="32943"/>
                    <a:pt x="730524" y="21265"/>
                  </a:cubicBezTo>
                  <a:close/>
                  <a:moveTo>
                    <a:pt x="730524" y="296363"/>
                  </a:moveTo>
                  <a:cubicBezTo>
                    <a:pt x="730524" y="284686"/>
                    <a:pt x="740112" y="275098"/>
                    <a:pt x="751789" y="275098"/>
                  </a:cubicBezTo>
                  <a:cubicBezTo>
                    <a:pt x="763467" y="275098"/>
                    <a:pt x="773054" y="284686"/>
                    <a:pt x="773054" y="296363"/>
                  </a:cubicBezTo>
                  <a:cubicBezTo>
                    <a:pt x="773054" y="308163"/>
                    <a:pt x="763467" y="317630"/>
                    <a:pt x="751789" y="317630"/>
                  </a:cubicBezTo>
                  <a:cubicBezTo>
                    <a:pt x="740112" y="317630"/>
                    <a:pt x="730524" y="308041"/>
                    <a:pt x="730524" y="296363"/>
                  </a:cubicBezTo>
                  <a:close/>
                  <a:moveTo>
                    <a:pt x="730524" y="571585"/>
                  </a:moveTo>
                  <a:cubicBezTo>
                    <a:pt x="730524" y="559908"/>
                    <a:pt x="740112" y="550320"/>
                    <a:pt x="751789" y="550320"/>
                  </a:cubicBezTo>
                  <a:cubicBezTo>
                    <a:pt x="763467" y="550320"/>
                    <a:pt x="773054" y="559908"/>
                    <a:pt x="773054" y="571585"/>
                  </a:cubicBezTo>
                  <a:cubicBezTo>
                    <a:pt x="773054" y="583385"/>
                    <a:pt x="763467" y="592852"/>
                    <a:pt x="751789" y="592852"/>
                  </a:cubicBezTo>
                  <a:cubicBezTo>
                    <a:pt x="740112" y="592852"/>
                    <a:pt x="730524" y="583263"/>
                    <a:pt x="730524" y="571585"/>
                  </a:cubicBezTo>
                  <a:close/>
                  <a:moveTo>
                    <a:pt x="730524" y="846684"/>
                  </a:moveTo>
                  <a:cubicBezTo>
                    <a:pt x="730524" y="835008"/>
                    <a:pt x="740112" y="825419"/>
                    <a:pt x="751789" y="825419"/>
                  </a:cubicBezTo>
                  <a:cubicBezTo>
                    <a:pt x="763467" y="825419"/>
                    <a:pt x="773054" y="835008"/>
                    <a:pt x="773054" y="846684"/>
                  </a:cubicBezTo>
                  <a:cubicBezTo>
                    <a:pt x="773054" y="858484"/>
                    <a:pt x="763467" y="867951"/>
                    <a:pt x="751789" y="867951"/>
                  </a:cubicBezTo>
                  <a:cubicBezTo>
                    <a:pt x="740112" y="867951"/>
                    <a:pt x="730524" y="858363"/>
                    <a:pt x="730524" y="846684"/>
                  </a:cubicBezTo>
                  <a:close/>
                  <a:moveTo>
                    <a:pt x="487017" y="21265"/>
                  </a:moveTo>
                  <a:cubicBezTo>
                    <a:pt x="487017" y="9586"/>
                    <a:pt x="496605" y="0"/>
                    <a:pt x="508282" y="0"/>
                  </a:cubicBezTo>
                  <a:cubicBezTo>
                    <a:pt x="519960" y="0"/>
                    <a:pt x="529547" y="9586"/>
                    <a:pt x="529547" y="21265"/>
                  </a:cubicBezTo>
                  <a:cubicBezTo>
                    <a:pt x="529547" y="33065"/>
                    <a:pt x="519960" y="42530"/>
                    <a:pt x="508282" y="42530"/>
                  </a:cubicBezTo>
                  <a:cubicBezTo>
                    <a:pt x="496605" y="42530"/>
                    <a:pt x="487017" y="32943"/>
                    <a:pt x="487017" y="21265"/>
                  </a:cubicBezTo>
                  <a:close/>
                  <a:moveTo>
                    <a:pt x="487017" y="296363"/>
                  </a:moveTo>
                  <a:cubicBezTo>
                    <a:pt x="487017" y="284686"/>
                    <a:pt x="496605" y="275098"/>
                    <a:pt x="508282" y="275098"/>
                  </a:cubicBezTo>
                  <a:cubicBezTo>
                    <a:pt x="519960" y="275098"/>
                    <a:pt x="529547" y="284686"/>
                    <a:pt x="529547" y="296363"/>
                  </a:cubicBezTo>
                  <a:cubicBezTo>
                    <a:pt x="529547" y="308163"/>
                    <a:pt x="519960" y="317630"/>
                    <a:pt x="508282" y="317630"/>
                  </a:cubicBezTo>
                  <a:cubicBezTo>
                    <a:pt x="496605" y="317630"/>
                    <a:pt x="487017" y="308041"/>
                    <a:pt x="487017" y="296363"/>
                  </a:cubicBezTo>
                  <a:close/>
                  <a:moveTo>
                    <a:pt x="487017" y="571585"/>
                  </a:moveTo>
                  <a:cubicBezTo>
                    <a:pt x="487017" y="559908"/>
                    <a:pt x="496605" y="550320"/>
                    <a:pt x="508282" y="550320"/>
                  </a:cubicBezTo>
                  <a:cubicBezTo>
                    <a:pt x="519960" y="550320"/>
                    <a:pt x="529547" y="559908"/>
                    <a:pt x="529547" y="571585"/>
                  </a:cubicBezTo>
                  <a:cubicBezTo>
                    <a:pt x="529547" y="583385"/>
                    <a:pt x="519960" y="592852"/>
                    <a:pt x="508282" y="592852"/>
                  </a:cubicBezTo>
                  <a:cubicBezTo>
                    <a:pt x="496605" y="592852"/>
                    <a:pt x="487017" y="583263"/>
                    <a:pt x="487017" y="571585"/>
                  </a:cubicBezTo>
                  <a:close/>
                  <a:moveTo>
                    <a:pt x="487017" y="846684"/>
                  </a:moveTo>
                  <a:cubicBezTo>
                    <a:pt x="487017" y="835008"/>
                    <a:pt x="496605" y="825419"/>
                    <a:pt x="508282" y="825419"/>
                  </a:cubicBezTo>
                  <a:cubicBezTo>
                    <a:pt x="519960" y="825419"/>
                    <a:pt x="529547" y="835008"/>
                    <a:pt x="529547" y="846684"/>
                  </a:cubicBezTo>
                  <a:cubicBezTo>
                    <a:pt x="529547" y="858484"/>
                    <a:pt x="519960" y="867951"/>
                    <a:pt x="508282" y="867951"/>
                  </a:cubicBezTo>
                  <a:cubicBezTo>
                    <a:pt x="496605" y="867951"/>
                    <a:pt x="487017" y="858363"/>
                    <a:pt x="487017" y="846684"/>
                  </a:cubicBezTo>
                  <a:close/>
                  <a:moveTo>
                    <a:pt x="243509" y="21265"/>
                  </a:moveTo>
                  <a:cubicBezTo>
                    <a:pt x="243509" y="9586"/>
                    <a:pt x="253097" y="0"/>
                    <a:pt x="264774" y="0"/>
                  </a:cubicBezTo>
                  <a:cubicBezTo>
                    <a:pt x="276452" y="0"/>
                    <a:pt x="286039" y="9586"/>
                    <a:pt x="286039" y="21265"/>
                  </a:cubicBezTo>
                  <a:cubicBezTo>
                    <a:pt x="286039" y="33065"/>
                    <a:pt x="276452" y="42530"/>
                    <a:pt x="264774" y="42530"/>
                  </a:cubicBezTo>
                  <a:cubicBezTo>
                    <a:pt x="253097" y="42530"/>
                    <a:pt x="243509" y="32943"/>
                    <a:pt x="243509" y="21265"/>
                  </a:cubicBezTo>
                  <a:close/>
                  <a:moveTo>
                    <a:pt x="243509" y="296363"/>
                  </a:moveTo>
                  <a:cubicBezTo>
                    <a:pt x="243509" y="284686"/>
                    <a:pt x="253097" y="275098"/>
                    <a:pt x="264774" y="275098"/>
                  </a:cubicBezTo>
                  <a:cubicBezTo>
                    <a:pt x="276452" y="275098"/>
                    <a:pt x="286039" y="284686"/>
                    <a:pt x="286039" y="296363"/>
                  </a:cubicBezTo>
                  <a:cubicBezTo>
                    <a:pt x="286039" y="308163"/>
                    <a:pt x="276452" y="317630"/>
                    <a:pt x="264774" y="317630"/>
                  </a:cubicBezTo>
                  <a:cubicBezTo>
                    <a:pt x="253097" y="317630"/>
                    <a:pt x="243509" y="308041"/>
                    <a:pt x="243509" y="296363"/>
                  </a:cubicBezTo>
                  <a:close/>
                  <a:moveTo>
                    <a:pt x="243509" y="571585"/>
                  </a:moveTo>
                  <a:cubicBezTo>
                    <a:pt x="243509" y="559908"/>
                    <a:pt x="253097" y="550320"/>
                    <a:pt x="264774" y="550320"/>
                  </a:cubicBezTo>
                  <a:cubicBezTo>
                    <a:pt x="276452" y="550320"/>
                    <a:pt x="286039" y="559908"/>
                    <a:pt x="286039" y="571585"/>
                  </a:cubicBezTo>
                  <a:cubicBezTo>
                    <a:pt x="286039" y="583385"/>
                    <a:pt x="276452" y="592852"/>
                    <a:pt x="264774" y="592852"/>
                  </a:cubicBezTo>
                  <a:cubicBezTo>
                    <a:pt x="253097" y="592852"/>
                    <a:pt x="243509" y="583263"/>
                    <a:pt x="243509" y="571585"/>
                  </a:cubicBezTo>
                  <a:close/>
                  <a:moveTo>
                    <a:pt x="243509" y="846684"/>
                  </a:moveTo>
                  <a:cubicBezTo>
                    <a:pt x="243509" y="835008"/>
                    <a:pt x="253097" y="825419"/>
                    <a:pt x="264774" y="825419"/>
                  </a:cubicBezTo>
                  <a:cubicBezTo>
                    <a:pt x="276452" y="825419"/>
                    <a:pt x="286039" y="835008"/>
                    <a:pt x="286039" y="846684"/>
                  </a:cubicBezTo>
                  <a:cubicBezTo>
                    <a:pt x="286039" y="858484"/>
                    <a:pt x="276452" y="867951"/>
                    <a:pt x="264774" y="867951"/>
                  </a:cubicBezTo>
                  <a:cubicBezTo>
                    <a:pt x="253097" y="867951"/>
                    <a:pt x="243509" y="858363"/>
                    <a:pt x="243509" y="846684"/>
                  </a:cubicBezTo>
                  <a:close/>
                  <a:moveTo>
                    <a:pt x="0" y="21265"/>
                  </a:moveTo>
                  <a:cubicBezTo>
                    <a:pt x="0" y="9586"/>
                    <a:pt x="9588" y="0"/>
                    <a:pt x="21265" y="0"/>
                  </a:cubicBezTo>
                  <a:cubicBezTo>
                    <a:pt x="32943" y="0"/>
                    <a:pt x="42530" y="9586"/>
                    <a:pt x="42530" y="21265"/>
                  </a:cubicBezTo>
                  <a:cubicBezTo>
                    <a:pt x="42530" y="33065"/>
                    <a:pt x="32943" y="42530"/>
                    <a:pt x="21265" y="42530"/>
                  </a:cubicBezTo>
                  <a:cubicBezTo>
                    <a:pt x="9588" y="42530"/>
                    <a:pt x="0" y="32943"/>
                    <a:pt x="0" y="21265"/>
                  </a:cubicBezTo>
                  <a:close/>
                  <a:moveTo>
                    <a:pt x="0" y="296363"/>
                  </a:moveTo>
                  <a:cubicBezTo>
                    <a:pt x="0" y="284686"/>
                    <a:pt x="9588" y="275098"/>
                    <a:pt x="21265" y="275098"/>
                  </a:cubicBezTo>
                  <a:cubicBezTo>
                    <a:pt x="32943" y="275098"/>
                    <a:pt x="42530" y="284686"/>
                    <a:pt x="42530" y="296363"/>
                  </a:cubicBezTo>
                  <a:cubicBezTo>
                    <a:pt x="42530" y="308163"/>
                    <a:pt x="32943" y="317630"/>
                    <a:pt x="21265" y="317630"/>
                  </a:cubicBezTo>
                  <a:cubicBezTo>
                    <a:pt x="9588" y="317630"/>
                    <a:pt x="0" y="308041"/>
                    <a:pt x="0" y="296363"/>
                  </a:cubicBezTo>
                  <a:close/>
                  <a:moveTo>
                    <a:pt x="0" y="571585"/>
                  </a:moveTo>
                  <a:cubicBezTo>
                    <a:pt x="0" y="559908"/>
                    <a:pt x="9588" y="550320"/>
                    <a:pt x="21265" y="550320"/>
                  </a:cubicBezTo>
                  <a:cubicBezTo>
                    <a:pt x="32943" y="550320"/>
                    <a:pt x="42530" y="559908"/>
                    <a:pt x="42530" y="571585"/>
                  </a:cubicBezTo>
                  <a:cubicBezTo>
                    <a:pt x="42530" y="583385"/>
                    <a:pt x="32943" y="592852"/>
                    <a:pt x="21265" y="592852"/>
                  </a:cubicBezTo>
                  <a:cubicBezTo>
                    <a:pt x="9588" y="592852"/>
                    <a:pt x="0" y="583263"/>
                    <a:pt x="0" y="571585"/>
                  </a:cubicBezTo>
                  <a:close/>
                  <a:moveTo>
                    <a:pt x="0" y="846684"/>
                  </a:moveTo>
                  <a:cubicBezTo>
                    <a:pt x="0" y="835008"/>
                    <a:pt x="9588" y="825419"/>
                    <a:pt x="21265" y="825419"/>
                  </a:cubicBezTo>
                  <a:cubicBezTo>
                    <a:pt x="32943" y="825419"/>
                    <a:pt x="42530" y="835008"/>
                    <a:pt x="42530" y="846684"/>
                  </a:cubicBezTo>
                  <a:cubicBezTo>
                    <a:pt x="42530" y="858484"/>
                    <a:pt x="32943" y="867951"/>
                    <a:pt x="21265" y="867951"/>
                  </a:cubicBezTo>
                  <a:cubicBezTo>
                    <a:pt x="9588" y="867951"/>
                    <a:pt x="0" y="858363"/>
                    <a:pt x="0" y="846684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A93322-5656-643E-0D34-92F2AFFC36FB}"/>
                </a:ext>
              </a:extLst>
            </p:cNvPr>
            <p:cNvGrpSpPr/>
            <p:nvPr userDrawn="1"/>
          </p:nvGrpSpPr>
          <p:grpSpPr>
            <a:xfrm>
              <a:off x="94641" y="5994309"/>
              <a:ext cx="727165" cy="727165"/>
              <a:chOff x="598761" y="4888648"/>
              <a:chExt cx="1595770" cy="1595770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04929C1-FAC6-8B72-54C9-BDC4BC4538D3}"/>
                  </a:ext>
                </a:extLst>
              </p:cNvPr>
              <p:cNvSpPr/>
              <p:nvPr/>
            </p:nvSpPr>
            <p:spPr>
              <a:xfrm rot="995998">
                <a:off x="871757" y="5162722"/>
                <a:ext cx="1048276" cy="1048276"/>
              </a:xfrm>
              <a:custGeom>
                <a:avLst/>
                <a:gdLst>
                  <a:gd name="connsiteX0" fmla="*/ 551226 w 551225"/>
                  <a:gd name="connsiteY0" fmla="*/ 275613 h 551225"/>
                  <a:gd name="connsiteX1" fmla="*/ 275613 w 551225"/>
                  <a:gd name="connsiteY1" fmla="*/ 551226 h 551225"/>
                  <a:gd name="connsiteX2" fmla="*/ 0 w 551225"/>
                  <a:gd name="connsiteY2" fmla="*/ 275613 h 551225"/>
                  <a:gd name="connsiteX3" fmla="*/ 275613 w 551225"/>
                  <a:gd name="connsiteY3" fmla="*/ 0 h 551225"/>
                  <a:gd name="connsiteX4" fmla="*/ 551226 w 551225"/>
                  <a:gd name="connsiteY4" fmla="*/ 275613 h 55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1225" h="551225">
                    <a:moveTo>
                      <a:pt x="551226" y="275613"/>
                    </a:moveTo>
                    <a:cubicBezTo>
                      <a:pt x="551226" y="427830"/>
                      <a:pt x="427830" y="551226"/>
                      <a:pt x="275613" y="551226"/>
                    </a:cubicBezTo>
                    <a:cubicBezTo>
                      <a:pt x="123396" y="551226"/>
                      <a:pt x="0" y="427830"/>
                      <a:pt x="0" y="275613"/>
                    </a:cubicBezTo>
                    <a:cubicBezTo>
                      <a:pt x="0" y="123396"/>
                      <a:pt x="123396" y="0"/>
                      <a:pt x="275613" y="0"/>
                    </a:cubicBezTo>
                    <a:cubicBezTo>
                      <a:pt x="427830" y="0"/>
                      <a:pt x="551226" y="123396"/>
                      <a:pt x="551226" y="275613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16E5E33-243B-C35D-2D3E-8FF478C80B40}"/>
                  </a:ext>
                </a:extLst>
              </p:cNvPr>
              <p:cNvSpPr/>
              <p:nvPr/>
            </p:nvSpPr>
            <p:spPr>
              <a:xfrm rot="1107601">
                <a:off x="780512" y="5071493"/>
                <a:ext cx="1230693" cy="1230693"/>
              </a:xfrm>
              <a:custGeom>
                <a:avLst/>
                <a:gdLst>
                  <a:gd name="connsiteX0" fmla="*/ 647147 w 647147"/>
                  <a:gd name="connsiteY0" fmla="*/ 323574 h 647147"/>
                  <a:gd name="connsiteX1" fmla="*/ 323574 w 647147"/>
                  <a:gd name="connsiteY1" fmla="*/ 647147 h 647147"/>
                  <a:gd name="connsiteX2" fmla="*/ 0 w 647147"/>
                  <a:gd name="connsiteY2" fmla="*/ 323574 h 647147"/>
                  <a:gd name="connsiteX3" fmla="*/ 323574 w 647147"/>
                  <a:gd name="connsiteY3" fmla="*/ 0 h 647147"/>
                  <a:gd name="connsiteX4" fmla="*/ 647147 w 647147"/>
                  <a:gd name="connsiteY4" fmla="*/ 323574 h 64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147" h="647147">
                    <a:moveTo>
                      <a:pt x="647147" y="323574"/>
                    </a:moveTo>
                    <a:cubicBezTo>
                      <a:pt x="647147" y="502279"/>
                      <a:pt x="502279" y="647147"/>
                      <a:pt x="323574" y="647147"/>
                    </a:cubicBezTo>
                    <a:cubicBezTo>
                      <a:pt x="144869" y="647147"/>
                      <a:pt x="0" y="502279"/>
                      <a:pt x="0" y="323574"/>
                    </a:cubicBezTo>
                    <a:cubicBezTo>
                      <a:pt x="0" y="144869"/>
                      <a:pt x="144869" y="0"/>
                      <a:pt x="323574" y="0"/>
                    </a:cubicBezTo>
                    <a:cubicBezTo>
                      <a:pt x="502279" y="0"/>
                      <a:pt x="647147" y="144869"/>
                      <a:pt x="647147" y="323574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4B1DAC1-C731-4FB0-16EA-049E1C0B8195}"/>
                  </a:ext>
                </a:extLst>
              </p:cNvPr>
              <p:cNvSpPr/>
              <p:nvPr/>
            </p:nvSpPr>
            <p:spPr>
              <a:xfrm rot="1174802">
                <a:off x="688939" y="4980259"/>
                <a:ext cx="1413108" cy="1413107"/>
              </a:xfrm>
              <a:custGeom>
                <a:avLst/>
                <a:gdLst>
                  <a:gd name="connsiteX0" fmla="*/ 743068 w 743068"/>
                  <a:gd name="connsiteY0" fmla="*/ 371534 h 743068"/>
                  <a:gd name="connsiteX1" fmla="*/ 371534 w 743068"/>
                  <a:gd name="connsiteY1" fmla="*/ 743068 h 743068"/>
                  <a:gd name="connsiteX2" fmla="*/ 0 w 743068"/>
                  <a:gd name="connsiteY2" fmla="*/ 371534 h 743068"/>
                  <a:gd name="connsiteX3" fmla="*/ 371534 w 743068"/>
                  <a:gd name="connsiteY3" fmla="*/ 0 h 743068"/>
                  <a:gd name="connsiteX4" fmla="*/ 743068 w 743068"/>
                  <a:gd name="connsiteY4" fmla="*/ 371534 h 743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3068" h="743068">
                    <a:moveTo>
                      <a:pt x="743068" y="371534"/>
                    </a:moveTo>
                    <a:cubicBezTo>
                      <a:pt x="743068" y="576727"/>
                      <a:pt x="576727" y="743068"/>
                      <a:pt x="371534" y="743068"/>
                    </a:cubicBezTo>
                    <a:cubicBezTo>
                      <a:pt x="166342" y="743068"/>
                      <a:pt x="0" y="576727"/>
                      <a:pt x="0" y="371534"/>
                    </a:cubicBezTo>
                    <a:cubicBezTo>
                      <a:pt x="0" y="166342"/>
                      <a:pt x="166342" y="0"/>
                      <a:pt x="371534" y="0"/>
                    </a:cubicBezTo>
                    <a:cubicBezTo>
                      <a:pt x="576727" y="0"/>
                      <a:pt x="743068" y="166342"/>
                      <a:pt x="743068" y="371534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18A4DB7-6379-73F5-FAF7-21C5542AC657}"/>
                  </a:ext>
                </a:extLst>
              </p:cNvPr>
              <p:cNvSpPr/>
              <p:nvPr/>
            </p:nvSpPr>
            <p:spPr>
              <a:xfrm rot="1219200">
                <a:off x="598761" y="4888648"/>
                <a:ext cx="1595770" cy="1595770"/>
              </a:xfrm>
              <a:custGeom>
                <a:avLst/>
                <a:gdLst>
                  <a:gd name="connsiteX0" fmla="*/ 839119 w 839119"/>
                  <a:gd name="connsiteY0" fmla="*/ 419560 h 839119"/>
                  <a:gd name="connsiteX1" fmla="*/ 419560 w 839119"/>
                  <a:gd name="connsiteY1" fmla="*/ 839120 h 839119"/>
                  <a:gd name="connsiteX2" fmla="*/ 0 w 839119"/>
                  <a:gd name="connsiteY2" fmla="*/ 419560 h 839119"/>
                  <a:gd name="connsiteX3" fmla="*/ 419560 w 839119"/>
                  <a:gd name="connsiteY3" fmla="*/ 1 h 839119"/>
                  <a:gd name="connsiteX4" fmla="*/ 839119 w 839119"/>
                  <a:gd name="connsiteY4" fmla="*/ 419560 h 83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9119" h="839119">
                    <a:moveTo>
                      <a:pt x="839119" y="419560"/>
                    </a:moveTo>
                    <a:cubicBezTo>
                      <a:pt x="839119" y="651276"/>
                      <a:pt x="651276" y="839120"/>
                      <a:pt x="419560" y="839120"/>
                    </a:cubicBezTo>
                    <a:cubicBezTo>
                      <a:pt x="187843" y="839120"/>
                      <a:pt x="0" y="651276"/>
                      <a:pt x="0" y="419560"/>
                    </a:cubicBezTo>
                    <a:cubicBezTo>
                      <a:pt x="0" y="187844"/>
                      <a:pt x="187844" y="1"/>
                      <a:pt x="419560" y="1"/>
                    </a:cubicBezTo>
                    <a:cubicBezTo>
                      <a:pt x="651276" y="1"/>
                      <a:pt x="839119" y="187844"/>
                      <a:pt x="839119" y="419560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467845-68A8-DE04-8FB8-B1E1BD7B6D10}"/>
                </a:ext>
              </a:extLst>
            </p:cNvPr>
            <p:cNvGrpSpPr/>
            <p:nvPr userDrawn="1"/>
          </p:nvGrpSpPr>
          <p:grpSpPr>
            <a:xfrm>
              <a:off x="5633495" y="145386"/>
              <a:ext cx="4557447" cy="6416883"/>
              <a:chOff x="5633495" y="145386"/>
              <a:chExt cx="4557447" cy="6416883"/>
            </a:xfrm>
            <a:solidFill>
              <a:schemeClr val="tx1">
                <a:alpha val="30000"/>
              </a:schemeClr>
            </a:solidFill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307848D-BFA6-3139-3BEF-5A1BD8D88455}"/>
                  </a:ext>
                </a:extLst>
              </p:cNvPr>
              <p:cNvGrpSpPr/>
              <p:nvPr userDrawn="1"/>
            </p:nvGrpSpPr>
            <p:grpSpPr>
              <a:xfrm>
                <a:off x="9688437" y="145386"/>
                <a:ext cx="502505" cy="167542"/>
                <a:chOff x="9688437" y="145386"/>
                <a:chExt cx="502505" cy="167542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A3A952F-AA9B-A2C6-8B7B-0A5B8C2A5B36}"/>
                    </a:ext>
                  </a:extLst>
                </p:cNvPr>
                <p:cNvSpPr/>
                <p:nvPr/>
              </p:nvSpPr>
              <p:spPr>
                <a:xfrm rot="5400000">
                  <a:off x="10044543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EE5DD02-D406-9244-9191-37060F9B420A}"/>
                    </a:ext>
                  </a:extLst>
                </p:cNvPr>
                <p:cNvSpPr/>
                <p:nvPr/>
              </p:nvSpPr>
              <p:spPr>
                <a:xfrm rot="5400000">
                  <a:off x="9855980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4CF3EED4-AE8C-E1DA-57AF-D65B39D08F62}"/>
                    </a:ext>
                  </a:extLst>
                </p:cNvPr>
                <p:cNvSpPr/>
                <p:nvPr/>
              </p:nvSpPr>
              <p:spPr>
                <a:xfrm rot="5400000">
                  <a:off x="9667295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410E511-FE5E-6AF5-C815-1F5428ADDD40}"/>
                  </a:ext>
                </a:extLst>
              </p:cNvPr>
              <p:cNvSpPr/>
              <p:nvPr/>
            </p:nvSpPr>
            <p:spPr>
              <a:xfrm rot="5400000">
                <a:off x="5612415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732CB39-E1F2-6829-2BE9-45F6CC357D53}"/>
                  </a:ext>
                </a:extLst>
              </p:cNvPr>
              <p:cNvSpPr/>
              <p:nvPr/>
            </p:nvSpPr>
            <p:spPr>
              <a:xfrm rot="5400000">
                <a:off x="5801100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B7E100C-E9F7-B1E8-A007-B42B85C0CFC8}"/>
                  </a:ext>
                </a:extLst>
              </p:cNvPr>
              <p:cNvSpPr/>
              <p:nvPr/>
            </p:nvSpPr>
            <p:spPr>
              <a:xfrm rot="5400000">
                <a:off x="5989661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E4F647-9C2A-68FD-C13A-9E41E2A71C21}"/>
                </a:ext>
              </a:extLst>
            </p:cNvPr>
            <p:cNvSpPr/>
            <p:nvPr userDrawn="1"/>
          </p:nvSpPr>
          <p:spPr>
            <a:xfrm rot="5400000">
              <a:off x="10518292" y="276312"/>
              <a:ext cx="103992" cy="103992"/>
            </a:xfrm>
            <a:custGeom>
              <a:avLst/>
              <a:gdLst>
                <a:gd name="connsiteX0" fmla="*/ 54683 w 54683"/>
                <a:gd name="connsiteY0" fmla="*/ 27341 h 54683"/>
                <a:gd name="connsiteX1" fmla="*/ 27342 w 54683"/>
                <a:gd name="connsiteY1" fmla="*/ 54683 h 54683"/>
                <a:gd name="connsiteX2" fmla="*/ 0 w 54683"/>
                <a:gd name="connsiteY2" fmla="*/ 27341 h 54683"/>
                <a:gd name="connsiteX3" fmla="*/ 27342 w 54683"/>
                <a:gd name="connsiteY3" fmla="*/ 0 h 54683"/>
                <a:gd name="connsiteX4" fmla="*/ 54683 w 54683"/>
                <a:gd name="connsiteY4" fmla="*/ 27341 h 5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3" h="54683">
                  <a:moveTo>
                    <a:pt x="54683" y="27341"/>
                  </a:moveTo>
                  <a:cubicBezTo>
                    <a:pt x="54683" y="42442"/>
                    <a:pt x="42442" y="54683"/>
                    <a:pt x="27342" y="54683"/>
                  </a:cubicBezTo>
                  <a:cubicBezTo>
                    <a:pt x="12241" y="54683"/>
                    <a:pt x="0" y="42442"/>
                    <a:pt x="0" y="27341"/>
                  </a:cubicBezTo>
                  <a:cubicBezTo>
                    <a:pt x="0" y="12241"/>
                    <a:pt x="12241" y="0"/>
                    <a:pt x="27342" y="0"/>
                  </a:cubicBezTo>
                  <a:cubicBezTo>
                    <a:pt x="42442" y="0"/>
                    <a:pt x="54683" y="12241"/>
                    <a:pt x="54683" y="27341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74DD614-634A-14AC-76F0-F302C04A198E}"/>
                </a:ext>
              </a:extLst>
            </p:cNvPr>
            <p:cNvSpPr/>
            <p:nvPr userDrawn="1"/>
          </p:nvSpPr>
          <p:spPr>
            <a:xfrm rot="5400000">
              <a:off x="11491430" y="3297861"/>
              <a:ext cx="679757" cy="679757"/>
            </a:xfrm>
            <a:custGeom>
              <a:avLst/>
              <a:gdLst>
                <a:gd name="connsiteX0" fmla="*/ 178722 w 357443"/>
                <a:gd name="connsiteY0" fmla="*/ 0 h 357443"/>
                <a:gd name="connsiteX1" fmla="*/ 0 w 357443"/>
                <a:gd name="connsiteY1" fmla="*/ 178722 h 357443"/>
                <a:gd name="connsiteX2" fmla="*/ 178722 w 357443"/>
                <a:gd name="connsiteY2" fmla="*/ 357443 h 357443"/>
                <a:gd name="connsiteX3" fmla="*/ 357443 w 357443"/>
                <a:gd name="connsiteY3" fmla="*/ 178722 h 357443"/>
                <a:gd name="connsiteX4" fmla="*/ 178722 w 357443"/>
                <a:gd name="connsiteY4" fmla="*/ 0 h 357443"/>
                <a:gd name="connsiteX5" fmla="*/ 178722 w 357443"/>
                <a:gd name="connsiteY5" fmla="*/ 294810 h 357443"/>
                <a:gd name="connsiteX6" fmla="*/ 62633 w 357443"/>
                <a:gd name="connsiteY6" fmla="*/ 178722 h 357443"/>
                <a:gd name="connsiteX7" fmla="*/ 178722 w 357443"/>
                <a:gd name="connsiteY7" fmla="*/ 62633 h 357443"/>
                <a:gd name="connsiteX8" fmla="*/ 294810 w 357443"/>
                <a:gd name="connsiteY8" fmla="*/ 178722 h 357443"/>
                <a:gd name="connsiteX9" fmla="*/ 178722 w 357443"/>
                <a:gd name="connsiteY9" fmla="*/ 294810 h 35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443" h="357443">
                  <a:moveTo>
                    <a:pt x="178722" y="0"/>
                  </a:moveTo>
                  <a:cubicBezTo>
                    <a:pt x="80021" y="0"/>
                    <a:pt x="0" y="80021"/>
                    <a:pt x="0" y="178722"/>
                  </a:cubicBezTo>
                  <a:cubicBezTo>
                    <a:pt x="0" y="277423"/>
                    <a:pt x="80021" y="357443"/>
                    <a:pt x="178722" y="357443"/>
                  </a:cubicBezTo>
                  <a:cubicBezTo>
                    <a:pt x="277422" y="357443"/>
                    <a:pt x="357443" y="277423"/>
                    <a:pt x="357443" y="178722"/>
                  </a:cubicBezTo>
                  <a:cubicBezTo>
                    <a:pt x="357443" y="80021"/>
                    <a:pt x="277422" y="0"/>
                    <a:pt x="178722" y="0"/>
                  </a:cubicBezTo>
                  <a:close/>
                  <a:moveTo>
                    <a:pt x="178722" y="294810"/>
                  </a:moveTo>
                  <a:cubicBezTo>
                    <a:pt x="114602" y="294810"/>
                    <a:pt x="62633" y="242842"/>
                    <a:pt x="62633" y="178722"/>
                  </a:cubicBezTo>
                  <a:cubicBezTo>
                    <a:pt x="62633" y="114602"/>
                    <a:pt x="114602" y="62633"/>
                    <a:pt x="178722" y="62633"/>
                  </a:cubicBezTo>
                  <a:cubicBezTo>
                    <a:pt x="242842" y="62633"/>
                    <a:pt x="294810" y="114602"/>
                    <a:pt x="294810" y="178722"/>
                  </a:cubicBezTo>
                  <a:cubicBezTo>
                    <a:pt x="294810" y="242842"/>
                    <a:pt x="242842" y="294810"/>
                    <a:pt x="178722" y="294810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A712FC-90FF-4B94-9263-B812CCB5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036D0-E6B5-434C-940A-96676C27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BDD0-5377-499C-A75C-DCB6DEF0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1BD4D-1490-4F18-8CD7-D2ADC24C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3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-Design Them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EE0E4AD-6732-842B-9694-1EA28E1416C0}"/>
              </a:ext>
            </a:extLst>
          </p:cNvPr>
          <p:cNvSpPr/>
          <p:nvPr/>
        </p:nvSpPr>
        <p:spPr>
          <a:xfrm rot="5400000">
            <a:off x="7594298" y="1733227"/>
            <a:ext cx="6198697" cy="2996708"/>
          </a:xfrm>
          <a:custGeom>
            <a:avLst/>
            <a:gdLst>
              <a:gd name="connsiteX0" fmla="*/ 2687289 w 3259521"/>
              <a:gd name="connsiteY0" fmla="*/ 0 h 1575788"/>
              <a:gd name="connsiteX1" fmla="*/ 1629761 w 3259521"/>
              <a:gd name="connsiteY1" fmla="*/ 1003944 h 1575788"/>
              <a:gd name="connsiteX2" fmla="*/ 572233 w 3259521"/>
              <a:gd name="connsiteY2" fmla="*/ 0 h 1575788"/>
              <a:gd name="connsiteX3" fmla="*/ 0 w 3259521"/>
              <a:gd name="connsiteY3" fmla="*/ 0 h 1575788"/>
              <a:gd name="connsiteX4" fmla="*/ 1629761 w 3259521"/>
              <a:gd name="connsiteY4" fmla="*/ 1575789 h 1575788"/>
              <a:gd name="connsiteX5" fmla="*/ 3259522 w 3259521"/>
              <a:gd name="connsiteY5" fmla="*/ 0 h 1575788"/>
              <a:gd name="connsiteX6" fmla="*/ 2687289 w 3259521"/>
              <a:gd name="connsiteY6" fmla="*/ 0 h 157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9521" h="1575788">
                <a:moveTo>
                  <a:pt x="2687289" y="0"/>
                </a:moveTo>
                <a:cubicBezTo>
                  <a:pt x="2658655" y="559241"/>
                  <a:pt x="2196176" y="1003944"/>
                  <a:pt x="1629761" y="1003944"/>
                </a:cubicBezTo>
                <a:cubicBezTo>
                  <a:pt x="1063346" y="1003944"/>
                  <a:pt x="600867" y="559305"/>
                  <a:pt x="572233" y="0"/>
                </a:cubicBezTo>
                <a:lnTo>
                  <a:pt x="0" y="0"/>
                </a:lnTo>
                <a:cubicBezTo>
                  <a:pt x="29022" y="875187"/>
                  <a:pt x="747529" y="1575789"/>
                  <a:pt x="1629761" y="1575789"/>
                </a:cubicBezTo>
                <a:cubicBezTo>
                  <a:pt x="2511993" y="1575789"/>
                  <a:pt x="3230500" y="875187"/>
                  <a:pt x="3259522" y="0"/>
                </a:cubicBezTo>
                <a:lnTo>
                  <a:pt x="2687289" y="0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0C8DB7-0454-F510-1CFC-FA1BC11D4B27}"/>
              </a:ext>
            </a:extLst>
          </p:cNvPr>
          <p:cNvSpPr/>
          <p:nvPr/>
        </p:nvSpPr>
        <p:spPr>
          <a:xfrm rot="5400000">
            <a:off x="11201790" y="2501981"/>
            <a:ext cx="181801" cy="181922"/>
          </a:xfrm>
          <a:custGeom>
            <a:avLst/>
            <a:gdLst>
              <a:gd name="connsiteX0" fmla="*/ 89781 w 95598"/>
              <a:gd name="connsiteY0" fmla="*/ 5817 h 95662"/>
              <a:gd name="connsiteX1" fmla="*/ 89781 w 95598"/>
              <a:gd name="connsiteY1" fmla="*/ 5817 h 95662"/>
              <a:gd name="connsiteX2" fmla="*/ 61793 w 95598"/>
              <a:gd name="connsiteY2" fmla="*/ 5817 h 95662"/>
              <a:gd name="connsiteX3" fmla="*/ 47767 w 95598"/>
              <a:gd name="connsiteY3" fmla="*/ 19779 h 95662"/>
              <a:gd name="connsiteX4" fmla="*/ 33805 w 95598"/>
              <a:gd name="connsiteY4" fmla="*/ 5817 h 95662"/>
              <a:gd name="connsiteX5" fmla="*/ 5817 w 95598"/>
              <a:gd name="connsiteY5" fmla="*/ 5817 h 95662"/>
              <a:gd name="connsiteX6" fmla="*/ 5817 w 95598"/>
              <a:gd name="connsiteY6" fmla="*/ 5817 h 95662"/>
              <a:gd name="connsiteX7" fmla="*/ 5817 w 95598"/>
              <a:gd name="connsiteY7" fmla="*/ 33805 h 95662"/>
              <a:gd name="connsiteX8" fmla="*/ 19844 w 95598"/>
              <a:gd name="connsiteY8" fmla="*/ 47831 h 95662"/>
              <a:gd name="connsiteX9" fmla="*/ 5817 w 95598"/>
              <a:gd name="connsiteY9" fmla="*/ 61858 h 95662"/>
              <a:gd name="connsiteX10" fmla="*/ 5817 w 95598"/>
              <a:gd name="connsiteY10" fmla="*/ 89846 h 95662"/>
              <a:gd name="connsiteX11" fmla="*/ 5817 w 95598"/>
              <a:gd name="connsiteY11" fmla="*/ 89846 h 95662"/>
              <a:gd name="connsiteX12" fmla="*/ 33805 w 95598"/>
              <a:gd name="connsiteY12" fmla="*/ 89846 h 95662"/>
              <a:gd name="connsiteX13" fmla="*/ 47767 w 95598"/>
              <a:gd name="connsiteY13" fmla="*/ 75884 h 95662"/>
              <a:gd name="connsiteX14" fmla="*/ 61793 w 95598"/>
              <a:gd name="connsiteY14" fmla="*/ 89846 h 95662"/>
              <a:gd name="connsiteX15" fmla="*/ 89781 w 95598"/>
              <a:gd name="connsiteY15" fmla="*/ 89846 h 95662"/>
              <a:gd name="connsiteX16" fmla="*/ 89781 w 95598"/>
              <a:gd name="connsiteY16" fmla="*/ 89846 h 95662"/>
              <a:gd name="connsiteX17" fmla="*/ 89781 w 95598"/>
              <a:gd name="connsiteY17" fmla="*/ 61858 h 95662"/>
              <a:gd name="connsiteX18" fmla="*/ 75819 w 95598"/>
              <a:gd name="connsiteY18" fmla="*/ 47831 h 95662"/>
              <a:gd name="connsiteX19" fmla="*/ 89781 w 95598"/>
              <a:gd name="connsiteY19" fmla="*/ 33805 h 95662"/>
              <a:gd name="connsiteX20" fmla="*/ 89781 w 95598"/>
              <a:gd name="connsiteY20" fmla="*/ 5817 h 9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98" h="95662">
                <a:moveTo>
                  <a:pt x="89781" y="5817"/>
                </a:moveTo>
                <a:lnTo>
                  <a:pt x="89781" y="5817"/>
                </a:lnTo>
                <a:cubicBezTo>
                  <a:pt x="82024" y="-1939"/>
                  <a:pt x="69550" y="-1939"/>
                  <a:pt x="61793" y="5817"/>
                </a:cubicBezTo>
                <a:lnTo>
                  <a:pt x="47767" y="19779"/>
                </a:lnTo>
                <a:lnTo>
                  <a:pt x="33805" y="5817"/>
                </a:lnTo>
                <a:cubicBezTo>
                  <a:pt x="26049" y="-1939"/>
                  <a:pt x="13574" y="-1939"/>
                  <a:pt x="5817" y="5817"/>
                </a:cubicBezTo>
                <a:lnTo>
                  <a:pt x="5817" y="5817"/>
                </a:lnTo>
                <a:cubicBezTo>
                  <a:pt x="-1939" y="13574"/>
                  <a:pt x="-1939" y="26049"/>
                  <a:pt x="5817" y="33805"/>
                </a:cubicBezTo>
                <a:lnTo>
                  <a:pt x="19844" y="47831"/>
                </a:lnTo>
                <a:lnTo>
                  <a:pt x="5817" y="61858"/>
                </a:lnTo>
                <a:cubicBezTo>
                  <a:pt x="-1939" y="69614"/>
                  <a:pt x="-1939" y="82089"/>
                  <a:pt x="5817" y="89846"/>
                </a:cubicBezTo>
                <a:lnTo>
                  <a:pt x="5817" y="89846"/>
                </a:lnTo>
                <a:cubicBezTo>
                  <a:pt x="13574" y="97602"/>
                  <a:pt x="26049" y="97602"/>
                  <a:pt x="33805" y="89846"/>
                </a:cubicBezTo>
                <a:lnTo>
                  <a:pt x="47767" y="75884"/>
                </a:lnTo>
                <a:lnTo>
                  <a:pt x="61793" y="89846"/>
                </a:lnTo>
                <a:cubicBezTo>
                  <a:pt x="69550" y="97602"/>
                  <a:pt x="82024" y="97602"/>
                  <a:pt x="89781" y="89846"/>
                </a:cubicBezTo>
                <a:lnTo>
                  <a:pt x="89781" y="89846"/>
                </a:lnTo>
                <a:cubicBezTo>
                  <a:pt x="97537" y="82089"/>
                  <a:pt x="97537" y="69614"/>
                  <a:pt x="89781" y="61858"/>
                </a:cubicBezTo>
                <a:lnTo>
                  <a:pt x="75819" y="47831"/>
                </a:lnTo>
                <a:lnTo>
                  <a:pt x="89781" y="33805"/>
                </a:lnTo>
                <a:cubicBezTo>
                  <a:pt x="97537" y="26049"/>
                  <a:pt x="97537" y="13574"/>
                  <a:pt x="89781" y="5817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8AA03C-F264-3849-09E4-BB9E495FFB48}"/>
              </a:ext>
            </a:extLst>
          </p:cNvPr>
          <p:cNvSpPr/>
          <p:nvPr/>
        </p:nvSpPr>
        <p:spPr>
          <a:xfrm rot="5400000">
            <a:off x="8815878" y="5994310"/>
            <a:ext cx="623089" cy="623089"/>
          </a:xfrm>
          <a:custGeom>
            <a:avLst/>
            <a:gdLst>
              <a:gd name="connsiteX0" fmla="*/ 307770 w 327645"/>
              <a:gd name="connsiteY0" fmla="*/ 19876 h 327645"/>
              <a:gd name="connsiteX1" fmla="*/ 307770 w 327645"/>
              <a:gd name="connsiteY1" fmla="*/ 19876 h 327645"/>
              <a:gd name="connsiteX2" fmla="*/ 211784 w 327645"/>
              <a:gd name="connsiteY2" fmla="*/ 19876 h 327645"/>
              <a:gd name="connsiteX3" fmla="*/ 163823 w 327645"/>
              <a:gd name="connsiteY3" fmla="*/ 67837 h 327645"/>
              <a:gd name="connsiteX4" fmla="*/ 115862 w 327645"/>
              <a:gd name="connsiteY4" fmla="*/ 19876 h 327645"/>
              <a:gd name="connsiteX5" fmla="*/ 19876 w 327645"/>
              <a:gd name="connsiteY5" fmla="*/ 19876 h 327645"/>
              <a:gd name="connsiteX6" fmla="*/ 19876 w 327645"/>
              <a:gd name="connsiteY6" fmla="*/ 19876 h 327645"/>
              <a:gd name="connsiteX7" fmla="*/ 19876 w 327645"/>
              <a:gd name="connsiteY7" fmla="*/ 115862 h 327645"/>
              <a:gd name="connsiteX8" fmla="*/ 67837 w 327645"/>
              <a:gd name="connsiteY8" fmla="*/ 163823 h 327645"/>
              <a:gd name="connsiteX9" fmla="*/ 19876 w 327645"/>
              <a:gd name="connsiteY9" fmla="*/ 211784 h 327645"/>
              <a:gd name="connsiteX10" fmla="*/ 19876 w 327645"/>
              <a:gd name="connsiteY10" fmla="*/ 307770 h 327645"/>
              <a:gd name="connsiteX11" fmla="*/ 19876 w 327645"/>
              <a:gd name="connsiteY11" fmla="*/ 307770 h 327645"/>
              <a:gd name="connsiteX12" fmla="*/ 115862 w 327645"/>
              <a:gd name="connsiteY12" fmla="*/ 307770 h 327645"/>
              <a:gd name="connsiteX13" fmla="*/ 163823 w 327645"/>
              <a:gd name="connsiteY13" fmla="*/ 259809 h 327645"/>
              <a:gd name="connsiteX14" fmla="*/ 211784 w 327645"/>
              <a:gd name="connsiteY14" fmla="*/ 307770 h 327645"/>
              <a:gd name="connsiteX15" fmla="*/ 307770 w 327645"/>
              <a:gd name="connsiteY15" fmla="*/ 307770 h 327645"/>
              <a:gd name="connsiteX16" fmla="*/ 307770 w 327645"/>
              <a:gd name="connsiteY16" fmla="*/ 307770 h 327645"/>
              <a:gd name="connsiteX17" fmla="*/ 307770 w 327645"/>
              <a:gd name="connsiteY17" fmla="*/ 211784 h 327645"/>
              <a:gd name="connsiteX18" fmla="*/ 259809 w 327645"/>
              <a:gd name="connsiteY18" fmla="*/ 163823 h 327645"/>
              <a:gd name="connsiteX19" fmla="*/ 307770 w 327645"/>
              <a:gd name="connsiteY19" fmla="*/ 115862 h 327645"/>
              <a:gd name="connsiteX20" fmla="*/ 307770 w 327645"/>
              <a:gd name="connsiteY20" fmla="*/ 19876 h 3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645" h="327645">
                <a:moveTo>
                  <a:pt x="307770" y="19876"/>
                </a:moveTo>
                <a:lnTo>
                  <a:pt x="307770" y="19876"/>
                </a:lnTo>
                <a:cubicBezTo>
                  <a:pt x="281269" y="-6625"/>
                  <a:pt x="238285" y="-6625"/>
                  <a:pt x="211784" y="19876"/>
                </a:cubicBezTo>
                <a:lnTo>
                  <a:pt x="163823" y="67837"/>
                </a:lnTo>
                <a:lnTo>
                  <a:pt x="115862" y="19876"/>
                </a:lnTo>
                <a:cubicBezTo>
                  <a:pt x="89361" y="-6625"/>
                  <a:pt x="46377" y="-6625"/>
                  <a:pt x="19876" y="19876"/>
                </a:cubicBezTo>
                <a:lnTo>
                  <a:pt x="19876" y="19876"/>
                </a:lnTo>
                <a:cubicBezTo>
                  <a:pt x="-6625" y="46377"/>
                  <a:pt x="-6625" y="89361"/>
                  <a:pt x="19876" y="115862"/>
                </a:cubicBezTo>
                <a:lnTo>
                  <a:pt x="67837" y="163823"/>
                </a:lnTo>
                <a:lnTo>
                  <a:pt x="19876" y="211784"/>
                </a:lnTo>
                <a:cubicBezTo>
                  <a:pt x="-6625" y="238285"/>
                  <a:pt x="-6625" y="281269"/>
                  <a:pt x="19876" y="307770"/>
                </a:cubicBezTo>
                <a:lnTo>
                  <a:pt x="19876" y="307770"/>
                </a:lnTo>
                <a:cubicBezTo>
                  <a:pt x="46377" y="334271"/>
                  <a:pt x="89361" y="334271"/>
                  <a:pt x="115862" y="307770"/>
                </a:cubicBezTo>
                <a:lnTo>
                  <a:pt x="163823" y="259809"/>
                </a:lnTo>
                <a:lnTo>
                  <a:pt x="211784" y="307770"/>
                </a:lnTo>
                <a:cubicBezTo>
                  <a:pt x="238285" y="334271"/>
                  <a:pt x="281269" y="334271"/>
                  <a:pt x="307770" y="307770"/>
                </a:cubicBezTo>
                <a:lnTo>
                  <a:pt x="307770" y="307770"/>
                </a:lnTo>
                <a:cubicBezTo>
                  <a:pt x="334271" y="281269"/>
                  <a:pt x="334271" y="238285"/>
                  <a:pt x="307770" y="211784"/>
                </a:cubicBezTo>
                <a:lnTo>
                  <a:pt x="259809" y="163823"/>
                </a:lnTo>
                <a:lnTo>
                  <a:pt x="307770" y="115862"/>
                </a:lnTo>
                <a:cubicBezTo>
                  <a:pt x="334271" y="89361"/>
                  <a:pt x="334271" y="46377"/>
                  <a:pt x="307770" y="1987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3463C0-606D-1DB6-8669-2E2E1AC96D45}"/>
              </a:ext>
            </a:extLst>
          </p:cNvPr>
          <p:cNvSpPr/>
          <p:nvPr/>
        </p:nvSpPr>
        <p:spPr>
          <a:xfrm rot="5400000">
            <a:off x="1407261" y="5038532"/>
            <a:ext cx="1294356" cy="1294356"/>
          </a:xfrm>
          <a:custGeom>
            <a:avLst/>
            <a:gdLst>
              <a:gd name="connsiteX0" fmla="*/ 307770 w 327645"/>
              <a:gd name="connsiteY0" fmla="*/ 19876 h 327645"/>
              <a:gd name="connsiteX1" fmla="*/ 307770 w 327645"/>
              <a:gd name="connsiteY1" fmla="*/ 19876 h 327645"/>
              <a:gd name="connsiteX2" fmla="*/ 211784 w 327645"/>
              <a:gd name="connsiteY2" fmla="*/ 19876 h 327645"/>
              <a:gd name="connsiteX3" fmla="*/ 163823 w 327645"/>
              <a:gd name="connsiteY3" fmla="*/ 67836 h 327645"/>
              <a:gd name="connsiteX4" fmla="*/ 115862 w 327645"/>
              <a:gd name="connsiteY4" fmla="*/ 19876 h 327645"/>
              <a:gd name="connsiteX5" fmla="*/ 19876 w 327645"/>
              <a:gd name="connsiteY5" fmla="*/ 19876 h 327645"/>
              <a:gd name="connsiteX6" fmla="*/ 19876 w 327645"/>
              <a:gd name="connsiteY6" fmla="*/ 19876 h 327645"/>
              <a:gd name="connsiteX7" fmla="*/ 19876 w 327645"/>
              <a:gd name="connsiteY7" fmla="*/ 115862 h 327645"/>
              <a:gd name="connsiteX8" fmla="*/ 67837 w 327645"/>
              <a:gd name="connsiteY8" fmla="*/ 163823 h 327645"/>
              <a:gd name="connsiteX9" fmla="*/ 19876 w 327645"/>
              <a:gd name="connsiteY9" fmla="*/ 211783 h 327645"/>
              <a:gd name="connsiteX10" fmla="*/ 19876 w 327645"/>
              <a:gd name="connsiteY10" fmla="*/ 307769 h 327645"/>
              <a:gd name="connsiteX11" fmla="*/ 19876 w 327645"/>
              <a:gd name="connsiteY11" fmla="*/ 307769 h 327645"/>
              <a:gd name="connsiteX12" fmla="*/ 115862 w 327645"/>
              <a:gd name="connsiteY12" fmla="*/ 307769 h 327645"/>
              <a:gd name="connsiteX13" fmla="*/ 163823 w 327645"/>
              <a:gd name="connsiteY13" fmla="*/ 259809 h 327645"/>
              <a:gd name="connsiteX14" fmla="*/ 211784 w 327645"/>
              <a:gd name="connsiteY14" fmla="*/ 307769 h 327645"/>
              <a:gd name="connsiteX15" fmla="*/ 307770 w 327645"/>
              <a:gd name="connsiteY15" fmla="*/ 307769 h 327645"/>
              <a:gd name="connsiteX16" fmla="*/ 307770 w 327645"/>
              <a:gd name="connsiteY16" fmla="*/ 307769 h 327645"/>
              <a:gd name="connsiteX17" fmla="*/ 307770 w 327645"/>
              <a:gd name="connsiteY17" fmla="*/ 211783 h 327645"/>
              <a:gd name="connsiteX18" fmla="*/ 259809 w 327645"/>
              <a:gd name="connsiteY18" fmla="*/ 163823 h 327645"/>
              <a:gd name="connsiteX19" fmla="*/ 307770 w 327645"/>
              <a:gd name="connsiteY19" fmla="*/ 115862 h 327645"/>
              <a:gd name="connsiteX20" fmla="*/ 307770 w 327645"/>
              <a:gd name="connsiteY20" fmla="*/ 19876 h 3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645" h="327645">
                <a:moveTo>
                  <a:pt x="307770" y="19876"/>
                </a:moveTo>
                <a:lnTo>
                  <a:pt x="307770" y="19876"/>
                </a:lnTo>
                <a:cubicBezTo>
                  <a:pt x="281268" y="-6625"/>
                  <a:pt x="238285" y="-6625"/>
                  <a:pt x="211784" y="19876"/>
                </a:cubicBezTo>
                <a:lnTo>
                  <a:pt x="163823" y="67836"/>
                </a:lnTo>
                <a:lnTo>
                  <a:pt x="115862" y="19876"/>
                </a:lnTo>
                <a:cubicBezTo>
                  <a:pt x="89361" y="-6625"/>
                  <a:pt x="46377" y="-6625"/>
                  <a:pt x="19876" y="19876"/>
                </a:cubicBezTo>
                <a:lnTo>
                  <a:pt x="19876" y="19876"/>
                </a:lnTo>
                <a:cubicBezTo>
                  <a:pt x="-6625" y="46377"/>
                  <a:pt x="-6625" y="89361"/>
                  <a:pt x="19876" y="115862"/>
                </a:cubicBezTo>
                <a:lnTo>
                  <a:pt x="67837" y="163823"/>
                </a:lnTo>
                <a:lnTo>
                  <a:pt x="19876" y="211783"/>
                </a:lnTo>
                <a:cubicBezTo>
                  <a:pt x="-6625" y="238285"/>
                  <a:pt x="-6625" y="281268"/>
                  <a:pt x="19876" y="307769"/>
                </a:cubicBezTo>
                <a:lnTo>
                  <a:pt x="19876" y="307769"/>
                </a:lnTo>
                <a:cubicBezTo>
                  <a:pt x="46377" y="334271"/>
                  <a:pt x="89361" y="334271"/>
                  <a:pt x="115862" y="307769"/>
                </a:cubicBezTo>
                <a:lnTo>
                  <a:pt x="163823" y="259809"/>
                </a:lnTo>
                <a:lnTo>
                  <a:pt x="211784" y="307769"/>
                </a:lnTo>
                <a:cubicBezTo>
                  <a:pt x="238285" y="334271"/>
                  <a:pt x="281268" y="334271"/>
                  <a:pt x="307770" y="307769"/>
                </a:cubicBezTo>
                <a:lnTo>
                  <a:pt x="307770" y="307769"/>
                </a:lnTo>
                <a:cubicBezTo>
                  <a:pt x="334271" y="281268"/>
                  <a:pt x="334271" y="238285"/>
                  <a:pt x="307770" y="211783"/>
                </a:cubicBezTo>
                <a:lnTo>
                  <a:pt x="259809" y="163823"/>
                </a:lnTo>
                <a:lnTo>
                  <a:pt x="307770" y="115862"/>
                </a:lnTo>
                <a:cubicBezTo>
                  <a:pt x="334271" y="89361"/>
                  <a:pt x="334271" y="46377"/>
                  <a:pt x="307770" y="1987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D999CFD3-05B7-67DC-4D77-A0498D099897}"/>
              </a:ext>
            </a:extLst>
          </p:cNvPr>
          <p:cNvSpPr/>
          <p:nvPr/>
        </p:nvSpPr>
        <p:spPr>
          <a:xfrm rot="5400000">
            <a:off x="10931822" y="-52898"/>
            <a:ext cx="1207281" cy="1313076"/>
          </a:xfrm>
          <a:custGeom>
            <a:avLst/>
            <a:gdLst>
              <a:gd name="connsiteX0" fmla="*/ 0 w 1207281"/>
              <a:gd name="connsiteY0" fmla="*/ 1313076 h 1313076"/>
              <a:gd name="connsiteX1" fmla="*/ 0 w 1207281"/>
              <a:gd name="connsiteY1" fmla="*/ 0 h 1313076"/>
              <a:gd name="connsiteX2" fmla="*/ 1204299 w 1207281"/>
              <a:gd name="connsiteY2" fmla="*/ 0 h 1313076"/>
              <a:gd name="connsiteX3" fmla="*/ 1207281 w 1207281"/>
              <a:gd name="connsiteY3" fmla="*/ 59056 h 1313076"/>
              <a:gd name="connsiteX4" fmla="*/ 79245 w 1207281"/>
              <a:gd name="connsiteY4" fmla="*/ 1309075 h 131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281" h="1313076">
                <a:moveTo>
                  <a:pt x="0" y="1313076"/>
                </a:moveTo>
                <a:lnTo>
                  <a:pt x="0" y="0"/>
                </a:lnTo>
                <a:lnTo>
                  <a:pt x="1204299" y="0"/>
                </a:lnTo>
                <a:lnTo>
                  <a:pt x="1207281" y="59056"/>
                </a:lnTo>
                <a:cubicBezTo>
                  <a:pt x="1207281" y="709632"/>
                  <a:pt x="712846" y="1244729"/>
                  <a:pt x="79245" y="1309075"/>
                </a:cubicBezTo>
                <a:close/>
              </a:path>
            </a:pathLst>
          </a:custGeom>
          <a:solidFill>
            <a:schemeClr val="accent1">
              <a:alpha val="54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D1C36CC7-99C9-D8E2-DB28-D3B6731518D9}"/>
              </a:ext>
            </a:extLst>
          </p:cNvPr>
          <p:cNvSpPr/>
          <p:nvPr userDrawn="1"/>
        </p:nvSpPr>
        <p:spPr>
          <a:xfrm rot="5400000">
            <a:off x="5292550" y="-301003"/>
            <a:ext cx="828495" cy="1430501"/>
          </a:xfrm>
          <a:custGeom>
            <a:avLst/>
            <a:gdLst>
              <a:gd name="connsiteX0" fmla="*/ 0 w 828495"/>
              <a:gd name="connsiteY0" fmla="*/ 1247535 h 1430501"/>
              <a:gd name="connsiteX1" fmla="*/ 0 w 828495"/>
              <a:gd name="connsiteY1" fmla="*/ 182968 h 1430501"/>
              <a:gd name="connsiteX2" fmla="*/ 113243 w 828495"/>
              <a:gd name="connsiteY2" fmla="*/ 296210 h 1430501"/>
              <a:gd name="connsiteX3" fmla="*/ 322702 w 828495"/>
              <a:gd name="connsiteY3" fmla="*/ 86753 h 1430501"/>
              <a:gd name="connsiteX4" fmla="*/ 741742 w 828495"/>
              <a:gd name="connsiteY4" fmla="*/ 86753 h 1430501"/>
              <a:gd name="connsiteX5" fmla="*/ 741742 w 828495"/>
              <a:gd name="connsiteY5" fmla="*/ 505791 h 1430501"/>
              <a:gd name="connsiteX6" fmla="*/ 532283 w 828495"/>
              <a:gd name="connsiteY6" fmla="*/ 715251 h 1430501"/>
              <a:gd name="connsiteX7" fmla="*/ 741742 w 828495"/>
              <a:gd name="connsiteY7" fmla="*/ 924710 h 1430501"/>
              <a:gd name="connsiteX8" fmla="*/ 741742 w 828495"/>
              <a:gd name="connsiteY8" fmla="*/ 1343750 h 1430501"/>
              <a:gd name="connsiteX9" fmla="*/ 322702 w 828495"/>
              <a:gd name="connsiteY9" fmla="*/ 1343750 h 1430501"/>
              <a:gd name="connsiteX10" fmla="*/ 113243 w 828495"/>
              <a:gd name="connsiteY10" fmla="*/ 1134291 h 143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495" h="1430501">
                <a:moveTo>
                  <a:pt x="0" y="1247535"/>
                </a:moveTo>
                <a:lnTo>
                  <a:pt x="0" y="182968"/>
                </a:lnTo>
                <a:lnTo>
                  <a:pt x="113243" y="296210"/>
                </a:lnTo>
                <a:lnTo>
                  <a:pt x="322702" y="86753"/>
                </a:lnTo>
                <a:cubicBezTo>
                  <a:pt x="438494" y="-28918"/>
                  <a:pt x="626074" y="-28918"/>
                  <a:pt x="741742" y="86753"/>
                </a:cubicBezTo>
                <a:cubicBezTo>
                  <a:pt x="857413" y="202545"/>
                  <a:pt x="857413" y="390123"/>
                  <a:pt x="741742" y="505791"/>
                </a:cubicBezTo>
                <a:lnTo>
                  <a:pt x="532283" y="715251"/>
                </a:lnTo>
                <a:lnTo>
                  <a:pt x="741742" y="924710"/>
                </a:lnTo>
                <a:cubicBezTo>
                  <a:pt x="857413" y="1040502"/>
                  <a:pt x="857413" y="1228080"/>
                  <a:pt x="741742" y="1343750"/>
                </a:cubicBezTo>
                <a:cubicBezTo>
                  <a:pt x="625950" y="1459419"/>
                  <a:pt x="438372" y="1459419"/>
                  <a:pt x="322702" y="1343750"/>
                </a:cubicBezTo>
                <a:lnTo>
                  <a:pt x="113243" y="1134291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EF57458-BD58-E12F-E740-093ADA842AF5}"/>
              </a:ext>
            </a:extLst>
          </p:cNvPr>
          <p:cNvSpPr/>
          <p:nvPr/>
        </p:nvSpPr>
        <p:spPr>
          <a:xfrm rot="5400000">
            <a:off x="505999" y="263254"/>
            <a:ext cx="773054" cy="867951"/>
          </a:xfrm>
          <a:custGeom>
            <a:avLst/>
            <a:gdLst>
              <a:gd name="connsiteX0" fmla="*/ 730524 w 773054"/>
              <a:gd name="connsiteY0" fmla="*/ 21265 h 867951"/>
              <a:gd name="connsiteX1" fmla="*/ 751789 w 773054"/>
              <a:gd name="connsiteY1" fmla="*/ 0 h 867951"/>
              <a:gd name="connsiteX2" fmla="*/ 773054 w 773054"/>
              <a:gd name="connsiteY2" fmla="*/ 21265 h 867951"/>
              <a:gd name="connsiteX3" fmla="*/ 751789 w 773054"/>
              <a:gd name="connsiteY3" fmla="*/ 42530 h 867951"/>
              <a:gd name="connsiteX4" fmla="*/ 730524 w 773054"/>
              <a:gd name="connsiteY4" fmla="*/ 21265 h 867951"/>
              <a:gd name="connsiteX5" fmla="*/ 730524 w 773054"/>
              <a:gd name="connsiteY5" fmla="*/ 296363 h 867951"/>
              <a:gd name="connsiteX6" fmla="*/ 751789 w 773054"/>
              <a:gd name="connsiteY6" fmla="*/ 275098 h 867951"/>
              <a:gd name="connsiteX7" fmla="*/ 773054 w 773054"/>
              <a:gd name="connsiteY7" fmla="*/ 296363 h 867951"/>
              <a:gd name="connsiteX8" fmla="*/ 751789 w 773054"/>
              <a:gd name="connsiteY8" fmla="*/ 317630 h 867951"/>
              <a:gd name="connsiteX9" fmla="*/ 730524 w 773054"/>
              <a:gd name="connsiteY9" fmla="*/ 296363 h 867951"/>
              <a:gd name="connsiteX10" fmla="*/ 730524 w 773054"/>
              <a:gd name="connsiteY10" fmla="*/ 571585 h 867951"/>
              <a:gd name="connsiteX11" fmla="*/ 751789 w 773054"/>
              <a:gd name="connsiteY11" fmla="*/ 550320 h 867951"/>
              <a:gd name="connsiteX12" fmla="*/ 773054 w 773054"/>
              <a:gd name="connsiteY12" fmla="*/ 571585 h 867951"/>
              <a:gd name="connsiteX13" fmla="*/ 751789 w 773054"/>
              <a:gd name="connsiteY13" fmla="*/ 592852 h 867951"/>
              <a:gd name="connsiteX14" fmla="*/ 730524 w 773054"/>
              <a:gd name="connsiteY14" fmla="*/ 571585 h 867951"/>
              <a:gd name="connsiteX15" fmla="*/ 730524 w 773054"/>
              <a:gd name="connsiteY15" fmla="*/ 846684 h 867951"/>
              <a:gd name="connsiteX16" fmla="*/ 751789 w 773054"/>
              <a:gd name="connsiteY16" fmla="*/ 825419 h 867951"/>
              <a:gd name="connsiteX17" fmla="*/ 773054 w 773054"/>
              <a:gd name="connsiteY17" fmla="*/ 846684 h 867951"/>
              <a:gd name="connsiteX18" fmla="*/ 751789 w 773054"/>
              <a:gd name="connsiteY18" fmla="*/ 867951 h 867951"/>
              <a:gd name="connsiteX19" fmla="*/ 730524 w 773054"/>
              <a:gd name="connsiteY19" fmla="*/ 846684 h 867951"/>
              <a:gd name="connsiteX20" fmla="*/ 487017 w 773054"/>
              <a:gd name="connsiteY20" fmla="*/ 21265 h 867951"/>
              <a:gd name="connsiteX21" fmla="*/ 508282 w 773054"/>
              <a:gd name="connsiteY21" fmla="*/ 0 h 867951"/>
              <a:gd name="connsiteX22" fmla="*/ 529547 w 773054"/>
              <a:gd name="connsiteY22" fmla="*/ 21265 h 867951"/>
              <a:gd name="connsiteX23" fmla="*/ 508282 w 773054"/>
              <a:gd name="connsiteY23" fmla="*/ 42530 h 867951"/>
              <a:gd name="connsiteX24" fmla="*/ 487017 w 773054"/>
              <a:gd name="connsiteY24" fmla="*/ 21265 h 867951"/>
              <a:gd name="connsiteX25" fmla="*/ 487017 w 773054"/>
              <a:gd name="connsiteY25" fmla="*/ 296363 h 867951"/>
              <a:gd name="connsiteX26" fmla="*/ 508282 w 773054"/>
              <a:gd name="connsiteY26" fmla="*/ 275098 h 867951"/>
              <a:gd name="connsiteX27" fmla="*/ 529547 w 773054"/>
              <a:gd name="connsiteY27" fmla="*/ 296363 h 867951"/>
              <a:gd name="connsiteX28" fmla="*/ 508282 w 773054"/>
              <a:gd name="connsiteY28" fmla="*/ 317630 h 867951"/>
              <a:gd name="connsiteX29" fmla="*/ 487017 w 773054"/>
              <a:gd name="connsiteY29" fmla="*/ 296363 h 867951"/>
              <a:gd name="connsiteX30" fmla="*/ 487017 w 773054"/>
              <a:gd name="connsiteY30" fmla="*/ 571585 h 867951"/>
              <a:gd name="connsiteX31" fmla="*/ 508282 w 773054"/>
              <a:gd name="connsiteY31" fmla="*/ 550320 h 867951"/>
              <a:gd name="connsiteX32" fmla="*/ 529547 w 773054"/>
              <a:gd name="connsiteY32" fmla="*/ 571585 h 867951"/>
              <a:gd name="connsiteX33" fmla="*/ 508282 w 773054"/>
              <a:gd name="connsiteY33" fmla="*/ 592852 h 867951"/>
              <a:gd name="connsiteX34" fmla="*/ 487017 w 773054"/>
              <a:gd name="connsiteY34" fmla="*/ 571585 h 867951"/>
              <a:gd name="connsiteX35" fmla="*/ 487017 w 773054"/>
              <a:gd name="connsiteY35" fmla="*/ 846684 h 867951"/>
              <a:gd name="connsiteX36" fmla="*/ 508282 w 773054"/>
              <a:gd name="connsiteY36" fmla="*/ 825419 h 867951"/>
              <a:gd name="connsiteX37" fmla="*/ 529547 w 773054"/>
              <a:gd name="connsiteY37" fmla="*/ 846684 h 867951"/>
              <a:gd name="connsiteX38" fmla="*/ 508282 w 773054"/>
              <a:gd name="connsiteY38" fmla="*/ 867951 h 867951"/>
              <a:gd name="connsiteX39" fmla="*/ 487017 w 773054"/>
              <a:gd name="connsiteY39" fmla="*/ 846684 h 867951"/>
              <a:gd name="connsiteX40" fmla="*/ 243509 w 773054"/>
              <a:gd name="connsiteY40" fmla="*/ 21265 h 867951"/>
              <a:gd name="connsiteX41" fmla="*/ 264774 w 773054"/>
              <a:gd name="connsiteY41" fmla="*/ 0 h 867951"/>
              <a:gd name="connsiteX42" fmla="*/ 286039 w 773054"/>
              <a:gd name="connsiteY42" fmla="*/ 21265 h 867951"/>
              <a:gd name="connsiteX43" fmla="*/ 264774 w 773054"/>
              <a:gd name="connsiteY43" fmla="*/ 42530 h 867951"/>
              <a:gd name="connsiteX44" fmla="*/ 243509 w 773054"/>
              <a:gd name="connsiteY44" fmla="*/ 21265 h 867951"/>
              <a:gd name="connsiteX45" fmla="*/ 243509 w 773054"/>
              <a:gd name="connsiteY45" fmla="*/ 296363 h 867951"/>
              <a:gd name="connsiteX46" fmla="*/ 264774 w 773054"/>
              <a:gd name="connsiteY46" fmla="*/ 275098 h 867951"/>
              <a:gd name="connsiteX47" fmla="*/ 286039 w 773054"/>
              <a:gd name="connsiteY47" fmla="*/ 296363 h 867951"/>
              <a:gd name="connsiteX48" fmla="*/ 264774 w 773054"/>
              <a:gd name="connsiteY48" fmla="*/ 317630 h 867951"/>
              <a:gd name="connsiteX49" fmla="*/ 243509 w 773054"/>
              <a:gd name="connsiteY49" fmla="*/ 296363 h 867951"/>
              <a:gd name="connsiteX50" fmla="*/ 243509 w 773054"/>
              <a:gd name="connsiteY50" fmla="*/ 571585 h 867951"/>
              <a:gd name="connsiteX51" fmla="*/ 264774 w 773054"/>
              <a:gd name="connsiteY51" fmla="*/ 550320 h 867951"/>
              <a:gd name="connsiteX52" fmla="*/ 286039 w 773054"/>
              <a:gd name="connsiteY52" fmla="*/ 571585 h 867951"/>
              <a:gd name="connsiteX53" fmla="*/ 264774 w 773054"/>
              <a:gd name="connsiteY53" fmla="*/ 592852 h 867951"/>
              <a:gd name="connsiteX54" fmla="*/ 243509 w 773054"/>
              <a:gd name="connsiteY54" fmla="*/ 571585 h 867951"/>
              <a:gd name="connsiteX55" fmla="*/ 243509 w 773054"/>
              <a:gd name="connsiteY55" fmla="*/ 846684 h 867951"/>
              <a:gd name="connsiteX56" fmla="*/ 264774 w 773054"/>
              <a:gd name="connsiteY56" fmla="*/ 825419 h 867951"/>
              <a:gd name="connsiteX57" fmla="*/ 286039 w 773054"/>
              <a:gd name="connsiteY57" fmla="*/ 846684 h 867951"/>
              <a:gd name="connsiteX58" fmla="*/ 264774 w 773054"/>
              <a:gd name="connsiteY58" fmla="*/ 867951 h 867951"/>
              <a:gd name="connsiteX59" fmla="*/ 243509 w 773054"/>
              <a:gd name="connsiteY59" fmla="*/ 846684 h 867951"/>
              <a:gd name="connsiteX60" fmla="*/ 0 w 773054"/>
              <a:gd name="connsiteY60" fmla="*/ 21265 h 867951"/>
              <a:gd name="connsiteX61" fmla="*/ 21265 w 773054"/>
              <a:gd name="connsiteY61" fmla="*/ 0 h 867951"/>
              <a:gd name="connsiteX62" fmla="*/ 42530 w 773054"/>
              <a:gd name="connsiteY62" fmla="*/ 21265 h 867951"/>
              <a:gd name="connsiteX63" fmla="*/ 21265 w 773054"/>
              <a:gd name="connsiteY63" fmla="*/ 42530 h 867951"/>
              <a:gd name="connsiteX64" fmla="*/ 0 w 773054"/>
              <a:gd name="connsiteY64" fmla="*/ 21265 h 867951"/>
              <a:gd name="connsiteX65" fmla="*/ 0 w 773054"/>
              <a:gd name="connsiteY65" fmla="*/ 296363 h 867951"/>
              <a:gd name="connsiteX66" fmla="*/ 21265 w 773054"/>
              <a:gd name="connsiteY66" fmla="*/ 275098 h 867951"/>
              <a:gd name="connsiteX67" fmla="*/ 42530 w 773054"/>
              <a:gd name="connsiteY67" fmla="*/ 296363 h 867951"/>
              <a:gd name="connsiteX68" fmla="*/ 21265 w 773054"/>
              <a:gd name="connsiteY68" fmla="*/ 317630 h 867951"/>
              <a:gd name="connsiteX69" fmla="*/ 0 w 773054"/>
              <a:gd name="connsiteY69" fmla="*/ 296363 h 867951"/>
              <a:gd name="connsiteX70" fmla="*/ 0 w 773054"/>
              <a:gd name="connsiteY70" fmla="*/ 571585 h 867951"/>
              <a:gd name="connsiteX71" fmla="*/ 21265 w 773054"/>
              <a:gd name="connsiteY71" fmla="*/ 550320 h 867951"/>
              <a:gd name="connsiteX72" fmla="*/ 42530 w 773054"/>
              <a:gd name="connsiteY72" fmla="*/ 571585 h 867951"/>
              <a:gd name="connsiteX73" fmla="*/ 21265 w 773054"/>
              <a:gd name="connsiteY73" fmla="*/ 592852 h 867951"/>
              <a:gd name="connsiteX74" fmla="*/ 0 w 773054"/>
              <a:gd name="connsiteY74" fmla="*/ 571585 h 867951"/>
              <a:gd name="connsiteX75" fmla="*/ 0 w 773054"/>
              <a:gd name="connsiteY75" fmla="*/ 846684 h 867951"/>
              <a:gd name="connsiteX76" fmla="*/ 21265 w 773054"/>
              <a:gd name="connsiteY76" fmla="*/ 825419 h 867951"/>
              <a:gd name="connsiteX77" fmla="*/ 42530 w 773054"/>
              <a:gd name="connsiteY77" fmla="*/ 846684 h 867951"/>
              <a:gd name="connsiteX78" fmla="*/ 21265 w 773054"/>
              <a:gd name="connsiteY78" fmla="*/ 867951 h 867951"/>
              <a:gd name="connsiteX79" fmla="*/ 0 w 773054"/>
              <a:gd name="connsiteY79" fmla="*/ 846684 h 86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73054" h="867951">
                <a:moveTo>
                  <a:pt x="730524" y="21265"/>
                </a:moveTo>
                <a:cubicBezTo>
                  <a:pt x="730524" y="9586"/>
                  <a:pt x="740112" y="0"/>
                  <a:pt x="751789" y="0"/>
                </a:cubicBezTo>
                <a:cubicBezTo>
                  <a:pt x="763467" y="0"/>
                  <a:pt x="773054" y="9586"/>
                  <a:pt x="773054" y="21265"/>
                </a:cubicBezTo>
                <a:cubicBezTo>
                  <a:pt x="773054" y="33065"/>
                  <a:pt x="763467" y="42530"/>
                  <a:pt x="751789" y="42530"/>
                </a:cubicBezTo>
                <a:cubicBezTo>
                  <a:pt x="740112" y="42530"/>
                  <a:pt x="730524" y="32943"/>
                  <a:pt x="730524" y="21265"/>
                </a:cubicBezTo>
                <a:close/>
                <a:moveTo>
                  <a:pt x="730524" y="296363"/>
                </a:moveTo>
                <a:cubicBezTo>
                  <a:pt x="730524" y="284686"/>
                  <a:pt x="740112" y="275098"/>
                  <a:pt x="751789" y="275098"/>
                </a:cubicBezTo>
                <a:cubicBezTo>
                  <a:pt x="763467" y="275098"/>
                  <a:pt x="773054" y="284686"/>
                  <a:pt x="773054" y="296363"/>
                </a:cubicBezTo>
                <a:cubicBezTo>
                  <a:pt x="773054" y="308163"/>
                  <a:pt x="763467" y="317630"/>
                  <a:pt x="751789" y="317630"/>
                </a:cubicBezTo>
                <a:cubicBezTo>
                  <a:pt x="740112" y="317630"/>
                  <a:pt x="730524" y="308041"/>
                  <a:pt x="730524" y="296363"/>
                </a:cubicBezTo>
                <a:close/>
                <a:moveTo>
                  <a:pt x="730524" y="571585"/>
                </a:moveTo>
                <a:cubicBezTo>
                  <a:pt x="730524" y="559908"/>
                  <a:pt x="740112" y="550320"/>
                  <a:pt x="751789" y="550320"/>
                </a:cubicBezTo>
                <a:cubicBezTo>
                  <a:pt x="763467" y="550320"/>
                  <a:pt x="773054" y="559908"/>
                  <a:pt x="773054" y="571585"/>
                </a:cubicBezTo>
                <a:cubicBezTo>
                  <a:pt x="773054" y="583385"/>
                  <a:pt x="763467" y="592852"/>
                  <a:pt x="751789" y="592852"/>
                </a:cubicBezTo>
                <a:cubicBezTo>
                  <a:pt x="740112" y="592852"/>
                  <a:pt x="730524" y="583263"/>
                  <a:pt x="730524" y="571585"/>
                </a:cubicBezTo>
                <a:close/>
                <a:moveTo>
                  <a:pt x="730524" y="846684"/>
                </a:moveTo>
                <a:cubicBezTo>
                  <a:pt x="730524" y="835008"/>
                  <a:pt x="740112" y="825419"/>
                  <a:pt x="751789" y="825419"/>
                </a:cubicBezTo>
                <a:cubicBezTo>
                  <a:pt x="763467" y="825419"/>
                  <a:pt x="773054" y="835008"/>
                  <a:pt x="773054" y="846684"/>
                </a:cubicBezTo>
                <a:cubicBezTo>
                  <a:pt x="773054" y="858484"/>
                  <a:pt x="763467" y="867951"/>
                  <a:pt x="751789" y="867951"/>
                </a:cubicBezTo>
                <a:cubicBezTo>
                  <a:pt x="740112" y="867951"/>
                  <a:pt x="730524" y="858363"/>
                  <a:pt x="730524" y="846684"/>
                </a:cubicBezTo>
                <a:close/>
                <a:moveTo>
                  <a:pt x="487017" y="21265"/>
                </a:moveTo>
                <a:cubicBezTo>
                  <a:pt x="487017" y="9586"/>
                  <a:pt x="496605" y="0"/>
                  <a:pt x="508282" y="0"/>
                </a:cubicBezTo>
                <a:cubicBezTo>
                  <a:pt x="519960" y="0"/>
                  <a:pt x="529547" y="9586"/>
                  <a:pt x="529547" y="21265"/>
                </a:cubicBezTo>
                <a:cubicBezTo>
                  <a:pt x="529547" y="33065"/>
                  <a:pt x="519960" y="42530"/>
                  <a:pt x="508282" y="42530"/>
                </a:cubicBezTo>
                <a:cubicBezTo>
                  <a:pt x="496605" y="42530"/>
                  <a:pt x="487017" y="32943"/>
                  <a:pt x="487017" y="21265"/>
                </a:cubicBezTo>
                <a:close/>
                <a:moveTo>
                  <a:pt x="487017" y="296363"/>
                </a:moveTo>
                <a:cubicBezTo>
                  <a:pt x="487017" y="284686"/>
                  <a:pt x="496605" y="275098"/>
                  <a:pt x="508282" y="275098"/>
                </a:cubicBezTo>
                <a:cubicBezTo>
                  <a:pt x="519960" y="275098"/>
                  <a:pt x="529547" y="284686"/>
                  <a:pt x="529547" y="296363"/>
                </a:cubicBezTo>
                <a:cubicBezTo>
                  <a:pt x="529547" y="308163"/>
                  <a:pt x="519960" y="317630"/>
                  <a:pt x="508282" y="317630"/>
                </a:cubicBezTo>
                <a:cubicBezTo>
                  <a:pt x="496605" y="317630"/>
                  <a:pt x="487017" y="308041"/>
                  <a:pt x="487017" y="296363"/>
                </a:cubicBezTo>
                <a:close/>
                <a:moveTo>
                  <a:pt x="487017" y="571585"/>
                </a:moveTo>
                <a:cubicBezTo>
                  <a:pt x="487017" y="559908"/>
                  <a:pt x="496605" y="550320"/>
                  <a:pt x="508282" y="550320"/>
                </a:cubicBezTo>
                <a:cubicBezTo>
                  <a:pt x="519960" y="550320"/>
                  <a:pt x="529547" y="559908"/>
                  <a:pt x="529547" y="571585"/>
                </a:cubicBezTo>
                <a:cubicBezTo>
                  <a:pt x="529547" y="583385"/>
                  <a:pt x="519960" y="592852"/>
                  <a:pt x="508282" y="592852"/>
                </a:cubicBezTo>
                <a:cubicBezTo>
                  <a:pt x="496605" y="592852"/>
                  <a:pt x="487017" y="583263"/>
                  <a:pt x="487017" y="571585"/>
                </a:cubicBezTo>
                <a:close/>
                <a:moveTo>
                  <a:pt x="487017" y="846684"/>
                </a:moveTo>
                <a:cubicBezTo>
                  <a:pt x="487017" y="835008"/>
                  <a:pt x="496605" y="825419"/>
                  <a:pt x="508282" y="825419"/>
                </a:cubicBezTo>
                <a:cubicBezTo>
                  <a:pt x="519960" y="825419"/>
                  <a:pt x="529547" y="835008"/>
                  <a:pt x="529547" y="846684"/>
                </a:cubicBezTo>
                <a:cubicBezTo>
                  <a:pt x="529547" y="858484"/>
                  <a:pt x="519960" y="867951"/>
                  <a:pt x="508282" y="867951"/>
                </a:cubicBezTo>
                <a:cubicBezTo>
                  <a:pt x="496605" y="867951"/>
                  <a:pt x="487017" y="858363"/>
                  <a:pt x="487017" y="846684"/>
                </a:cubicBezTo>
                <a:close/>
                <a:moveTo>
                  <a:pt x="243509" y="21265"/>
                </a:moveTo>
                <a:cubicBezTo>
                  <a:pt x="243509" y="9586"/>
                  <a:pt x="253097" y="0"/>
                  <a:pt x="264774" y="0"/>
                </a:cubicBezTo>
                <a:cubicBezTo>
                  <a:pt x="276452" y="0"/>
                  <a:pt x="286039" y="9586"/>
                  <a:pt x="286039" y="21265"/>
                </a:cubicBezTo>
                <a:cubicBezTo>
                  <a:pt x="286039" y="33065"/>
                  <a:pt x="276452" y="42530"/>
                  <a:pt x="264774" y="42530"/>
                </a:cubicBezTo>
                <a:cubicBezTo>
                  <a:pt x="253097" y="42530"/>
                  <a:pt x="243509" y="32943"/>
                  <a:pt x="243509" y="21265"/>
                </a:cubicBezTo>
                <a:close/>
                <a:moveTo>
                  <a:pt x="243509" y="296363"/>
                </a:moveTo>
                <a:cubicBezTo>
                  <a:pt x="243509" y="284686"/>
                  <a:pt x="253097" y="275098"/>
                  <a:pt x="264774" y="275098"/>
                </a:cubicBezTo>
                <a:cubicBezTo>
                  <a:pt x="276452" y="275098"/>
                  <a:pt x="286039" y="284686"/>
                  <a:pt x="286039" y="296363"/>
                </a:cubicBezTo>
                <a:cubicBezTo>
                  <a:pt x="286039" y="308163"/>
                  <a:pt x="276452" y="317630"/>
                  <a:pt x="264774" y="317630"/>
                </a:cubicBezTo>
                <a:cubicBezTo>
                  <a:pt x="253097" y="317630"/>
                  <a:pt x="243509" y="308041"/>
                  <a:pt x="243509" y="296363"/>
                </a:cubicBezTo>
                <a:close/>
                <a:moveTo>
                  <a:pt x="243509" y="571585"/>
                </a:moveTo>
                <a:cubicBezTo>
                  <a:pt x="243509" y="559908"/>
                  <a:pt x="253097" y="550320"/>
                  <a:pt x="264774" y="550320"/>
                </a:cubicBezTo>
                <a:cubicBezTo>
                  <a:pt x="276452" y="550320"/>
                  <a:pt x="286039" y="559908"/>
                  <a:pt x="286039" y="571585"/>
                </a:cubicBezTo>
                <a:cubicBezTo>
                  <a:pt x="286039" y="583385"/>
                  <a:pt x="276452" y="592852"/>
                  <a:pt x="264774" y="592852"/>
                </a:cubicBezTo>
                <a:cubicBezTo>
                  <a:pt x="253097" y="592852"/>
                  <a:pt x="243509" y="583263"/>
                  <a:pt x="243509" y="571585"/>
                </a:cubicBezTo>
                <a:close/>
                <a:moveTo>
                  <a:pt x="243509" y="846684"/>
                </a:moveTo>
                <a:cubicBezTo>
                  <a:pt x="243509" y="835008"/>
                  <a:pt x="253097" y="825419"/>
                  <a:pt x="264774" y="825419"/>
                </a:cubicBezTo>
                <a:cubicBezTo>
                  <a:pt x="276452" y="825419"/>
                  <a:pt x="286039" y="835008"/>
                  <a:pt x="286039" y="846684"/>
                </a:cubicBezTo>
                <a:cubicBezTo>
                  <a:pt x="286039" y="858484"/>
                  <a:pt x="276452" y="867951"/>
                  <a:pt x="264774" y="867951"/>
                </a:cubicBezTo>
                <a:cubicBezTo>
                  <a:pt x="253097" y="867951"/>
                  <a:pt x="243509" y="858363"/>
                  <a:pt x="243509" y="846684"/>
                </a:cubicBezTo>
                <a:close/>
                <a:moveTo>
                  <a:pt x="0" y="21265"/>
                </a:moveTo>
                <a:cubicBezTo>
                  <a:pt x="0" y="9586"/>
                  <a:pt x="9588" y="0"/>
                  <a:pt x="21265" y="0"/>
                </a:cubicBezTo>
                <a:cubicBezTo>
                  <a:pt x="32943" y="0"/>
                  <a:pt x="42530" y="9586"/>
                  <a:pt x="42530" y="21265"/>
                </a:cubicBezTo>
                <a:cubicBezTo>
                  <a:pt x="42530" y="33065"/>
                  <a:pt x="32943" y="42530"/>
                  <a:pt x="21265" y="42530"/>
                </a:cubicBezTo>
                <a:cubicBezTo>
                  <a:pt x="9588" y="42530"/>
                  <a:pt x="0" y="32943"/>
                  <a:pt x="0" y="21265"/>
                </a:cubicBezTo>
                <a:close/>
                <a:moveTo>
                  <a:pt x="0" y="296363"/>
                </a:moveTo>
                <a:cubicBezTo>
                  <a:pt x="0" y="284686"/>
                  <a:pt x="9588" y="275098"/>
                  <a:pt x="21265" y="275098"/>
                </a:cubicBezTo>
                <a:cubicBezTo>
                  <a:pt x="32943" y="275098"/>
                  <a:pt x="42530" y="284686"/>
                  <a:pt x="42530" y="296363"/>
                </a:cubicBezTo>
                <a:cubicBezTo>
                  <a:pt x="42530" y="308163"/>
                  <a:pt x="32943" y="317630"/>
                  <a:pt x="21265" y="317630"/>
                </a:cubicBezTo>
                <a:cubicBezTo>
                  <a:pt x="9588" y="317630"/>
                  <a:pt x="0" y="308041"/>
                  <a:pt x="0" y="296363"/>
                </a:cubicBezTo>
                <a:close/>
                <a:moveTo>
                  <a:pt x="0" y="571585"/>
                </a:moveTo>
                <a:cubicBezTo>
                  <a:pt x="0" y="559908"/>
                  <a:pt x="9588" y="550320"/>
                  <a:pt x="21265" y="550320"/>
                </a:cubicBezTo>
                <a:cubicBezTo>
                  <a:pt x="32943" y="550320"/>
                  <a:pt x="42530" y="559908"/>
                  <a:pt x="42530" y="571585"/>
                </a:cubicBezTo>
                <a:cubicBezTo>
                  <a:pt x="42530" y="583385"/>
                  <a:pt x="32943" y="592852"/>
                  <a:pt x="21265" y="592852"/>
                </a:cubicBezTo>
                <a:cubicBezTo>
                  <a:pt x="9588" y="592852"/>
                  <a:pt x="0" y="583263"/>
                  <a:pt x="0" y="571585"/>
                </a:cubicBezTo>
                <a:close/>
                <a:moveTo>
                  <a:pt x="0" y="846684"/>
                </a:moveTo>
                <a:cubicBezTo>
                  <a:pt x="0" y="835008"/>
                  <a:pt x="9588" y="825419"/>
                  <a:pt x="21265" y="825419"/>
                </a:cubicBezTo>
                <a:cubicBezTo>
                  <a:pt x="32943" y="825419"/>
                  <a:pt x="42530" y="835008"/>
                  <a:pt x="42530" y="846684"/>
                </a:cubicBezTo>
                <a:cubicBezTo>
                  <a:pt x="42530" y="858484"/>
                  <a:pt x="32943" y="867951"/>
                  <a:pt x="21265" y="867951"/>
                </a:cubicBezTo>
                <a:cubicBezTo>
                  <a:pt x="9588" y="867951"/>
                  <a:pt x="0" y="858363"/>
                  <a:pt x="0" y="846684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CE672A-7F44-BDD0-76FC-890362BAB6C5}"/>
              </a:ext>
            </a:extLst>
          </p:cNvPr>
          <p:cNvGrpSpPr/>
          <p:nvPr userDrawn="1"/>
        </p:nvGrpSpPr>
        <p:grpSpPr>
          <a:xfrm>
            <a:off x="3653503" y="-53502"/>
            <a:ext cx="4733440" cy="6384555"/>
            <a:chOff x="6136061" y="-53502"/>
            <a:chExt cx="4733440" cy="6384555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F351B4A-0A25-C719-BEB6-E3C503758C5F}"/>
                </a:ext>
              </a:extLst>
            </p:cNvPr>
            <p:cNvSpPr/>
            <p:nvPr/>
          </p:nvSpPr>
          <p:spPr>
            <a:xfrm rot="5400000">
              <a:off x="10056713" y="1899724"/>
              <a:ext cx="82356" cy="82356"/>
            </a:xfrm>
            <a:custGeom>
              <a:avLst/>
              <a:gdLst>
                <a:gd name="connsiteX0" fmla="*/ 43307 w 43306"/>
                <a:gd name="connsiteY0" fmla="*/ 21653 h 43306"/>
                <a:gd name="connsiteX1" fmla="*/ 21653 w 43306"/>
                <a:gd name="connsiteY1" fmla="*/ 43307 h 43306"/>
                <a:gd name="connsiteX2" fmla="*/ 0 w 43306"/>
                <a:gd name="connsiteY2" fmla="*/ 21653 h 43306"/>
                <a:gd name="connsiteX3" fmla="*/ 21653 w 43306"/>
                <a:gd name="connsiteY3" fmla="*/ 0 h 43306"/>
                <a:gd name="connsiteX4" fmla="*/ 43307 w 43306"/>
                <a:gd name="connsiteY4" fmla="*/ 21653 h 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06" h="43306">
                  <a:moveTo>
                    <a:pt x="43307" y="21653"/>
                  </a:moveTo>
                  <a:cubicBezTo>
                    <a:pt x="43307" y="33611"/>
                    <a:pt x="33611" y="43307"/>
                    <a:pt x="21653" y="43307"/>
                  </a:cubicBezTo>
                  <a:cubicBezTo>
                    <a:pt x="9696" y="43307"/>
                    <a:pt x="0" y="33611"/>
                    <a:pt x="0" y="21653"/>
                  </a:cubicBezTo>
                  <a:cubicBezTo>
                    <a:pt x="0" y="9696"/>
                    <a:pt x="9696" y="0"/>
                    <a:pt x="21653" y="0"/>
                  </a:cubicBezTo>
                  <a:cubicBezTo>
                    <a:pt x="33611" y="0"/>
                    <a:pt x="43307" y="9696"/>
                    <a:pt x="43307" y="21653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9136D6A-5AA0-6D12-861A-DCF09C81AB67}"/>
                </a:ext>
              </a:extLst>
            </p:cNvPr>
            <p:cNvSpPr/>
            <p:nvPr/>
          </p:nvSpPr>
          <p:spPr>
            <a:xfrm rot="5400000">
              <a:off x="6523573" y="2430133"/>
              <a:ext cx="82356" cy="82356"/>
            </a:xfrm>
            <a:custGeom>
              <a:avLst/>
              <a:gdLst>
                <a:gd name="connsiteX0" fmla="*/ 43307 w 43306"/>
                <a:gd name="connsiteY0" fmla="*/ 21653 h 43306"/>
                <a:gd name="connsiteX1" fmla="*/ 21653 w 43306"/>
                <a:gd name="connsiteY1" fmla="*/ 43307 h 43306"/>
                <a:gd name="connsiteX2" fmla="*/ 0 w 43306"/>
                <a:gd name="connsiteY2" fmla="*/ 21653 h 43306"/>
                <a:gd name="connsiteX3" fmla="*/ 21653 w 43306"/>
                <a:gd name="connsiteY3" fmla="*/ 0 h 43306"/>
                <a:gd name="connsiteX4" fmla="*/ 43307 w 43306"/>
                <a:gd name="connsiteY4" fmla="*/ 21653 h 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06" h="43306">
                  <a:moveTo>
                    <a:pt x="43307" y="21653"/>
                  </a:moveTo>
                  <a:cubicBezTo>
                    <a:pt x="43307" y="33611"/>
                    <a:pt x="33611" y="43307"/>
                    <a:pt x="21653" y="43307"/>
                  </a:cubicBezTo>
                  <a:cubicBezTo>
                    <a:pt x="9696" y="43307"/>
                    <a:pt x="0" y="33611"/>
                    <a:pt x="0" y="21653"/>
                  </a:cubicBezTo>
                  <a:cubicBezTo>
                    <a:pt x="0" y="9696"/>
                    <a:pt x="9696" y="0"/>
                    <a:pt x="21653" y="0"/>
                  </a:cubicBezTo>
                  <a:cubicBezTo>
                    <a:pt x="33611" y="0"/>
                    <a:pt x="43307" y="9696"/>
                    <a:pt x="43307" y="21653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AF3E42E-B7F1-BC92-6ADD-20983A4694D8}"/>
                </a:ext>
              </a:extLst>
            </p:cNvPr>
            <p:cNvSpPr/>
            <p:nvPr/>
          </p:nvSpPr>
          <p:spPr>
            <a:xfrm rot="5400000">
              <a:off x="6815696" y="1618296"/>
              <a:ext cx="3364736" cy="4203922"/>
            </a:xfrm>
            <a:custGeom>
              <a:avLst/>
              <a:gdLst>
                <a:gd name="connsiteX0" fmla="*/ 0 w 1769312"/>
                <a:gd name="connsiteY0" fmla="*/ 221641 h 2210589"/>
                <a:gd name="connsiteX1" fmla="*/ 664017 w 1769312"/>
                <a:gd name="connsiteY1" fmla="*/ 0 h 2210589"/>
                <a:gd name="connsiteX2" fmla="*/ 1769312 w 1769312"/>
                <a:gd name="connsiteY2" fmla="*/ 1105295 h 2210589"/>
                <a:gd name="connsiteX3" fmla="*/ 664017 w 1769312"/>
                <a:gd name="connsiteY3" fmla="*/ 2210590 h 2210589"/>
                <a:gd name="connsiteX4" fmla="*/ 285955 w 1769312"/>
                <a:gd name="connsiteY4" fmla="*/ 2144273 h 2210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312" h="2210589">
                  <a:moveTo>
                    <a:pt x="0" y="221641"/>
                  </a:moveTo>
                  <a:cubicBezTo>
                    <a:pt x="184862" y="82477"/>
                    <a:pt x="414841" y="0"/>
                    <a:pt x="664017" y="0"/>
                  </a:cubicBezTo>
                  <a:cubicBezTo>
                    <a:pt x="1274450" y="0"/>
                    <a:pt x="1769312" y="494862"/>
                    <a:pt x="1769312" y="1105295"/>
                  </a:cubicBezTo>
                  <a:cubicBezTo>
                    <a:pt x="1769312" y="1715728"/>
                    <a:pt x="1274450" y="2210590"/>
                    <a:pt x="664017" y="2210590"/>
                  </a:cubicBezTo>
                  <a:cubicBezTo>
                    <a:pt x="531253" y="2210590"/>
                    <a:pt x="403917" y="2187191"/>
                    <a:pt x="285955" y="2144273"/>
                  </a:cubicBezTo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1EF961F-4E2F-F2B5-F602-A9E408F5B45B}"/>
                </a:ext>
              </a:extLst>
            </p:cNvPr>
            <p:cNvSpPr/>
            <p:nvPr/>
          </p:nvSpPr>
          <p:spPr>
            <a:xfrm rot="5400000">
              <a:off x="6136061" y="3099626"/>
              <a:ext cx="91944" cy="91944"/>
            </a:xfrm>
            <a:custGeom>
              <a:avLst/>
              <a:gdLst>
                <a:gd name="connsiteX0" fmla="*/ 7078 w 48348"/>
                <a:gd name="connsiteY0" fmla="*/ 7078 h 48348"/>
                <a:gd name="connsiteX1" fmla="*/ 41271 w 48348"/>
                <a:gd name="connsiteY1" fmla="*/ 7078 h 48348"/>
                <a:gd name="connsiteX2" fmla="*/ 41271 w 48348"/>
                <a:gd name="connsiteY2" fmla="*/ 41271 h 48348"/>
                <a:gd name="connsiteX3" fmla="*/ 7078 w 48348"/>
                <a:gd name="connsiteY3" fmla="*/ 41271 h 48348"/>
                <a:gd name="connsiteX4" fmla="*/ 7078 w 48348"/>
                <a:gd name="connsiteY4" fmla="*/ 7078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48" h="48348">
                  <a:moveTo>
                    <a:pt x="7078" y="7078"/>
                  </a:moveTo>
                  <a:cubicBezTo>
                    <a:pt x="16515" y="-2359"/>
                    <a:pt x="31834" y="-2359"/>
                    <a:pt x="41271" y="7078"/>
                  </a:cubicBezTo>
                  <a:cubicBezTo>
                    <a:pt x="50708" y="16515"/>
                    <a:pt x="50708" y="31834"/>
                    <a:pt x="41271" y="41271"/>
                  </a:cubicBezTo>
                  <a:cubicBezTo>
                    <a:pt x="31834" y="50708"/>
                    <a:pt x="16515" y="50708"/>
                    <a:pt x="7078" y="41271"/>
                  </a:cubicBezTo>
                  <a:cubicBezTo>
                    <a:pt x="-2359" y="31834"/>
                    <a:pt x="-2359" y="16515"/>
                    <a:pt x="7078" y="7078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FE306CA-5E54-AE5A-FB13-8F38C7F42C57}"/>
                </a:ext>
              </a:extLst>
            </p:cNvPr>
            <p:cNvSpPr/>
            <p:nvPr/>
          </p:nvSpPr>
          <p:spPr>
            <a:xfrm rot="5400000">
              <a:off x="9347023" y="5472385"/>
              <a:ext cx="91944" cy="91944"/>
            </a:xfrm>
            <a:custGeom>
              <a:avLst/>
              <a:gdLst>
                <a:gd name="connsiteX0" fmla="*/ 7078 w 48348"/>
                <a:gd name="connsiteY0" fmla="*/ 7078 h 48348"/>
                <a:gd name="connsiteX1" fmla="*/ 41271 w 48348"/>
                <a:gd name="connsiteY1" fmla="*/ 7078 h 48348"/>
                <a:gd name="connsiteX2" fmla="*/ 41271 w 48348"/>
                <a:gd name="connsiteY2" fmla="*/ 41271 h 48348"/>
                <a:gd name="connsiteX3" fmla="*/ 7078 w 48348"/>
                <a:gd name="connsiteY3" fmla="*/ 41271 h 48348"/>
                <a:gd name="connsiteX4" fmla="*/ 7078 w 48348"/>
                <a:gd name="connsiteY4" fmla="*/ 7078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48" h="48348">
                  <a:moveTo>
                    <a:pt x="7078" y="7078"/>
                  </a:moveTo>
                  <a:cubicBezTo>
                    <a:pt x="16515" y="-2359"/>
                    <a:pt x="31834" y="-2359"/>
                    <a:pt x="41271" y="7078"/>
                  </a:cubicBezTo>
                  <a:cubicBezTo>
                    <a:pt x="50708" y="16515"/>
                    <a:pt x="50708" y="31834"/>
                    <a:pt x="41271" y="41271"/>
                  </a:cubicBezTo>
                  <a:cubicBezTo>
                    <a:pt x="31834" y="50708"/>
                    <a:pt x="16515" y="50708"/>
                    <a:pt x="7078" y="41271"/>
                  </a:cubicBezTo>
                  <a:cubicBezTo>
                    <a:pt x="-2359" y="31834"/>
                    <a:pt x="-2359" y="16515"/>
                    <a:pt x="7078" y="7078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42CF412-3A4B-A6C1-9EAC-E67DBC442A88}"/>
                </a:ext>
              </a:extLst>
            </p:cNvPr>
            <p:cNvSpPr/>
            <p:nvPr/>
          </p:nvSpPr>
          <p:spPr>
            <a:xfrm rot="5400000">
              <a:off x="6293033" y="888232"/>
              <a:ext cx="4478315" cy="4674621"/>
            </a:xfrm>
            <a:custGeom>
              <a:avLst/>
              <a:gdLst>
                <a:gd name="connsiteX0" fmla="*/ 1061616 w 2354876"/>
                <a:gd name="connsiteY0" fmla="*/ 2458102 h 2458101"/>
                <a:gd name="connsiteX1" fmla="*/ 361790 w 2354876"/>
                <a:gd name="connsiteY1" fmla="*/ 2108544 h 2458101"/>
                <a:gd name="connsiteX2" fmla="*/ 361790 w 2354876"/>
                <a:gd name="connsiteY2" fmla="*/ 361790 h 2458101"/>
                <a:gd name="connsiteX3" fmla="*/ 2108544 w 2354876"/>
                <a:gd name="connsiteY3" fmla="*/ 361790 h 2458101"/>
                <a:gd name="connsiteX4" fmla="*/ 2354876 w 2354876"/>
                <a:gd name="connsiteY4" fmla="*/ 712964 h 245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4876" h="2458101">
                  <a:moveTo>
                    <a:pt x="1061616" y="2458102"/>
                  </a:moveTo>
                  <a:cubicBezTo>
                    <a:pt x="805589" y="2421970"/>
                    <a:pt x="558675" y="2305429"/>
                    <a:pt x="361790" y="2108544"/>
                  </a:cubicBezTo>
                  <a:cubicBezTo>
                    <a:pt x="-120597" y="1626157"/>
                    <a:pt x="-120597" y="844112"/>
                    <a:pt x="361790" y="361790"/>
                  </a:cubicBezTo>
                  <a:cubicBezTo>
                    <a:pt x="844177" y="-120597"/>
                    <a:pt x="1626222" y="-120597"/>
                    <a:pt x="2108544" y="361790"/>
                  </a:cubicBezTo>
                  <a:cubicBezTo>
                    <a:pt x="2213450" y="466696"/>
                    <a:pt x="2295604" y="585822"/>
                    <a:pt x="2354876" y="712964"/>
                  </a:cubicBezTo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269A97D-99E8-495F-8FA1-A2556122FCCF}"/>
                </a:ext>
              </a:extLst>
            </p:cNvPr>
            <p:cNvSpPr/>
            <p:nvPr/>
          </p:nvSpPr>
          <p:spPr>
            <a:xfrm rot="5400000">
              <a:off x="6329601" y="4128419"/>
              <a:ext cx="2037427" cy="2367842"/>
            </a:xfrm>
            <a:custGeom>
              <a:avLst/>
              <a:gdLst>
                <a:gd name="connsiteX0" fmla="*/ 675587 w 1071360"/>
                <a:gd name="connsiteY0" fmla="*/ 0 h 1245105"/>
                <a:gd name="connsiteX1" fmla="*/ 1071361 w 1071360"/>
                <a:gd name="connsiteY1" fmla="*/ 597118 h 1245105"/>
                <a:gd name="connsiteX2" fmla="*/ 423373 w 1071360"/>
                <a:gd name="connsiteY2" fmla="*/ 1245105 h 1245105"/>
                <a:gd name="connsiteX3" fmla="*/ 0 w 1071360"/>
                <a:gd name="connsiteY3" fmla="*/ 1087714 h 124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360" h="1245105">
                  <a:moveTo>
                    <a:pt x="675587" y="0"/>
                  </a:moveTo>
                  <a:cubicBezTo>
                    <a:pt x="908152" y="98378"/>
                    <a:pt x="1071361" y="328680"/>
                    <a:pt x="1071361" y="597118"/>
                  </a:cubicBezTo>
                  <a:cubicBezTo>
                    <a:pt x="1071361" y="955014"/>
                    <a:pt x="781205" y="1245105"/>
                    <a:pt x="423373" y="1245105"/>
                  </a:cubicBezTo>
                  <a:cubicBezTo>
                    <a:pt x="261522" y="1245105"/>
                    <a:pt x="113567" y="1185768"/>
                    <a:pt x="0" y="1087714"/>
                  </a:cubicBezTo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3AD27A3-6BE7-2345-D24B-B0E6D3841C6B}"/>
                </a:ext>
              </a:extLst>
            </p:cNvPr>
            <p:cNvSpPr/>
            <p:nvPr/>
          </p:nvSpPr>
          <p:spPr>
            <a:xfrm rot="2700000">
              <a:off x="7403891" y="46513"/>
              <a:ext cx="1935035" cy="1935035"/>
            </a:xfrm>
            <a:custGeom>
              <a:avLst/>
              <a:gdLst>
                <a:gd name="connsiteX0" fmla="*/ 1017518 w 1017518"/>
                <a:gd name="connsiteY0" fmla="*/ 508759 h 1017518"/>
                <a:gd name="connsiteX1" fmla="*/ 508759 w 1017518"/>
                <a:gd name="connsiteY1" fmla="*/ 1017518 h 1017518"/>
                <a:gd name="connsiteX2" fmla="*/ 0 w 1017518"/>
                <a:gd name="connsiteY2" fmla="*/ 508759 h 1017518"/>
                <a:gd name="connsiteX3" fmla="*/ 508759 w 1017518"/>
                <a:gd name="connsiteY3" fmla="*/ 0 h 1017518"/>
                <a:gd name="connsiteX4" fmla="*/ 1017518 w 1017518"/>
                <a:gd name="connsiteY4" fmla="*/ 508759 h 1017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518" h="1017518">
                  <a:moveTo>
                    <a:pt x="1017518" y="508759"/>
                  </a:moveTo>
                  <a:cubicBezTo>
                    <a:pt x="1017518" y="789739"/>
                    <a:pt x="789739" y="1017518"/>
                    <a:pt x="508759" y="1017518"/>
                  </a:cubicBezTo>
                  <a:cubicBezTo>
                    <a:pt x="227779" y="1017518"/>
                    <a:pt x="0" y="789739"/>
                    <a:pt x="0" y="508759"/>
                  </a:cubicBezTo>
                  <a:cubicBezTo>
                    <a:pt x="0" y="227779"/>
                    <a:pt x="227779" y="0"/>
                    <a:pt x="508759" y="0"/>
                  </a:cubicBezTo>
                  <a:cubicBezTo>
                    <a:pt x="789739" y="0"/>
                    <a:pt x="1017518" y="227779"/>
                    <a:pt x="1017518" y="508759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AE9D68C-AD62-902D-E982-0C50262A7272}"/>
                </a:ext>
              </a:extLst>
            </p:cNvPr>
            <p:cNvSpPr/>
            <p:nvPr/>
          </p:nvSpPr>
          <p:spPr>
            <a:xfrm rot="5400000">
              <a:off x="7750946" y="-500446"/>
              <a:ext cx="1241262" cy="2135149"/>
            </a:xfrm>
            <a:custGeom>
              <a:avLst/>
              <a:gdLst>
                <a:gd name="connsiteX0" fmla="*/ 652706 w 652705"/>
                <a:gd name="connsiteY0" fmla="*/ 1115378 h 1122746"/>
                <a:gd name="connsiteX1" fmla="*/ 561374 w 652705"/>
                <a:gd name="connsiteY1" fmla="*/ 1122747 h 1122746"/>
                <a:gd name="connsiteX2" fmla="*/ 0 w 652705"/>
                <a:gd name="connsiteY2" fmla="*/ 561374 h 1122746"/>
                <a:gd name="connsiteX3" fmla="*/ 561374 w 652705"/>
                <a:gd name="connsiteY3" fmla="*/ 0 h 11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2705" h="1122746">
                  <a:moveTo>
                    <a:pt x="652706" y="1115378"/>
                  </a:moveTo>
                  <a:cubicBezTo>
                    <a:pt x="622973" y="1120226"/>
                    <a:pt x="592464" y="1122747"/>
                    <a:pt x="561374" y="1122747"/>
                  </a:cubicBezTo>
                  <a:cubicBezTo>
                    <a:pt x="251374" y="1122747"/>
                    <a:pt x="0" y="871438"/>
                    <a:pt x="0" y="561374"/>
                  </a:cubicBezTo>
                  <a:cubicBezTo>
                    <a:pt x="0" y="251309"/>
                    <a:pt x="251309" y="0"/>
                    <a:pt x="561374" y="0"/>
                  </a:cubicBezTo>
                </a:path>
              </a:pathLst>
            </a:custGeom>
            <a:noFill/>
            <a:ln w="6391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A26645A-13FE-EFEA-6ED7-2B8581F27405}"/>
              </a:ext>
            </a:extLst>
          </p:cNvPr>
          <p:cNvGrpSpPr/>
          <p:nvPr userDrawn="1"/>
        </p:nvGrpSpPr>
        <p:grpSpPr>
          <a:xfrm>
            <a:off x="9688437" y="145386"/>
            <a:ext cx="502505" cy="167542"/>
            <a:chOff x="9688437" y="145386"/>
            <a:chExt cx="502505" cy="167542"/>
          </a:xfrm>
          <a:solidFill>
            <a:schemeClr val="tx1">
              <a:alpha val="30000"/>
            </a:schemeClr>
          </a:solidFill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F2B1A2-9F12-F9B3-CBFF-6D5CE78C3E92}"/>
                </a:ext>
              </a:extLst>
            </p:cNvPr>
            <p:cNvSpPr/>
            <p:nvPr/>
          </p:nvSpPr>
          <p:spPr>
            <a:xfrm rot="5400000">
              <a:off x="10044543" y="166528"/>
              <a:ext cx="167542" cy="125257"/>
            </a:xfrm>
            <a:custGeom>
              <a:avLst/>
              <a:gdLst>
                <a:gd name="connsiteX0" fmla="*/ 88100 w 88100"/>
                <a:gd name="connsiteY0" fmla="*/ 0 h 65865"/>
                <a:gd name="connsiteX1" fmla="*/ 44082 w 88100"/>
                <a:gd name="connsiteY1" fmla="*/ 0 h 65865"/>
                <a:gd name="connsiteX2" fmla="*/ 0 w 88100"/>
                <a:gd name="connsiteY2" fmla="*/ 0 h 65865"/>
                <a:gd name="connsiteX3" fmla="*/ 44082 w 88100"/>
                <a:gd name="connsiteY3" fmla="*/ 65865 h 65865"/>
                <a:gd name="connsiteX4" fmla="*/ 88100 w 88100"/>
                <a:gd name="connsiteY4" fmla="*/ 0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00" h="65865">
                  <a:moveTo>
                    <a:pt x="88100" y="0"/>
                  </a:moveTo>
                  <a:lnTo>
                    <a:pt x="44082" y="0"/>
                  </a:lnTo>
                  <a:lnTo>
                    <a:pt x="0" y="0"/>
                  </a:lnTo>
                  <a:lnTo>
                    <a:pt x="44082" y="65865"/>
                  </a:lnTo>
                  <a:lnTo>
                    <a:pt x="88100" y="0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C768D40-B11F-4A00-94EC-E962EE1DDD28}"/>
                </a:ext>
              </a:extLst>
            </p:cNvPr>
            <p:cNvSpPr/>
            <p:nvPr/>
          </p:nvSpPr>
          <p:spPr>
            <a:xfrm rot="5400000">
              <a:off x="9855980" y="166528"/>
              <a:ext cx="167542" cy="125257"/>
            </a:xfrm>
            <a:custGeom>
              <a:avLst/>
              <a:gdLst>
                <a:gd name="connsiteX0" fmla="*/ 88100 w 88100"/>
                <a:gd name="connsiteY0" fmla="*/ 0 h 65865"/>
                <a:gd name="connsiteX1" fmla="*/ 44082 w 88100"/>
                <a:gd name="connsiteY1" fmla="*/ 0 h 65865"/>
                <a:gd name="connsiteX2" fmla="*/ 0 w 88100"/>
                <a:gd name="connsiteY2" fmla="*/ 0 h 65865"/>
                <a:gd name="connsiteX3" fmla="*/ 44082 w 88100"/>
                <a:gd name="connsiteY3" fmla="*/ 65865 h 65865"/>
                <a:gd name="connsiteX4" fmla="*/ 88100 w 88100"/>
                <a:gd name="connsiteY4" fmla="*/ 0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00" h="65865">
                  <a:moveTo>
                    <a:pt x="88100" y="0"/>
                  </a:moveTo>
                  <a:lnTo>
                    <a:pt x="44082" y="0"/>
                  </a:lnTo>
                  <a:lnTo>
                    <a:pt x="0" y="0"/>
                  </a:lnTo>
                  <a:lnTo>
                    <a:pt x="44082" y="65865"/>
                  </a:lnTo>
                  <a:lnTo>
                    <a:pt x="88100" y="0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66B3E1E-2BE4-5EF7-5D5F-E562EFEC9BCA}"/>
                </a:ext>
              </a:extLst>
            </p:cNvPr>
            <p:cNvSpPr/>
            <p:nvPr/>
          </p:nvSpPr>
          <p:spPr>
            <a:xfrm rot="5400000">
              <a:off x="9667295" y="166528"/>
              <a:ext cx="167542" cy="125257"/>
            </a:xfrm>
            <a:custGeom>
              <a:avLst/>
              <a:gdLst>
                <a:gd name="connsiteX0" fmla="*/ 88100 w 88100"/>
                <a:gd name="connsiteY0" fmla="*/ 0 h 65865"/>
                <a:gd name="connsiteX1" fmla="*/ 44082 w 88100"/>
                <a:gd name="connsiteY1" fmla="*/ 0 h 65865"/>
                <a:gd name="connsiteX2" fmla="*/ 0 w 88100"/>
                <a:gd name="connsiteY2" fmla="*/ 0 h 65865"/>
                <a:gd name="connsiteX3" fmla="*/ 44082 w 88100"/>
                <a:gd name="connsiteY3" fmla="*/ 65865 h 65865"/>
                <a:gd name="connsiteX4" fmla="*/ 88100 w 88100"/>
                <a:gd name="connsiteY4" fmla="*/ 0 h 6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00" h="65865">
                  <a:moveTo>
                    <a:pt x="88100" y="0"/>
                  </a:moveTo>
                  <a:lnTo>
                    <a:pt x="44082" y="0"/>
                  </a:lnTo>
                  <a:lnTo>
                    <a:pt x="0" y="0"/>
                  </a:lnTo>
                  <a:lnTo>
                    <a:pt x="44082" y="65865"/>
                  </a:lnTo>
                  <a:lnTo>
                    <a:pt x="88100" y="0"/>
                  </a:lnTo>
                  <a:close/>
                </a:path>
              </a:pathLst>
            </a:custGeom>
            <a:grpFill/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010BF4C4-874E-3E04-4262-9FB7DA415D55}"/>
              </a:ext>
            </a:extLst>
          </p:cNvPr>
          <p:cNvSpPr/>
          <p:nvPr/>
        </p:nvSpPr>
        <p:spPr>
          <a:xfrm rot="5400000">
            <a:off x="5612415" y="6415931"/>
            <a:ext cx="167418" cy="125257"/>
          </a:xfrm>
          <a:custGeom>
            <a:avLst/>
            <a:gdLst>
              <a:gd name="connsiteX0" fmla="*/ 0 w 88035"/>
              <a:gd name="connsiteY0" fmla="*/ 65865 h 65865"/>
              <a:gd name="connsiteX1" fmla="*/ 44018 w 88035"/>
              <a:gd name="connsiteY1" fmla="*/ 65865 h 65865"/>
              <a:gd name="connsiteX2" fmla="*/ 88036 w 88035"/>
              <a:gd name="connsiteY2" fmla="*/ 65865 h 65865"/>
              <a:gd name="connsiteX3" fmla="*/ 44018 w 88035"/>
              <a:gd name="connsiteY3" fmla="*/ 0 h 65865"/>
              <a:gd name="connsiteX4" fmla="*/ 0 w 88035"/>
              <a:gd name="connsiteY4" fmla="*/ 65865 h 65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5" h="65865">
                <a:moveTo>
                  <a:pt x="0" y="65865"/>
                </a:moveTo>
                <a:lnTo>
                  <a:pt x="44018" y="65865"/>
                </a:lnTo>
                <a:lnTo>
                  <a:pt x="88036" y="65865"/>
                </a:lnTo>
                <a:lnTo>
                  <a:pt x="44018" y="0"/>
                </a:lnTo>
                <a:lnTo>
                  <a:pt x="0" y="65865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7841EF7-FB55-60D7-E217-E78917B89474}"/>
              </a:ext>
            </a:extLst>
          </p:cNvPr>
          <p:cNvSpPr/>
          <p:nvPr/>
        </p:nvSpPr>
        <p:spPr>
          <a:xfrm rot="5400000">
            <a:off x="5801100" y="6415931"/>
            <a:ext cx="167418" cy="125257"/>
          </a:xfrm>
          <a:custGeom>
            <a:avLst/>
            <a:gdLst>
              <a:gd name="connsiteX0" fmla="*/ 0 w 88035"/>
              <a:gd name="connsiteY0" fmla="*/ 65865 h 65865"/>
              <a:gd name="connsiteX1" fmla="*/ 44018 w 88035"/>
              <a:gd name="connsiteY1" fmla="*/ 65865 h 65865"/>
              <a:gd name="connsiteX2" fmla="*/ 88036 w 88035"/>
              <a:gd name="connsiteY2" fmla="*/ 65865 h 65865"/>
              <a:gd name="connsiteX3" fmla="*/ 44018 w 88035"/>
              <a:gd name="connsiteY3" fmla="*/ 0 h 65865"/>
              <a:gd name="connsiteX4" fmla="*/ 0 w 88035"/>
              <a:gd name="connsiteY4" fmla="*/ 65865 h 65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5" h="65865">
                <a:moveTo>
                  <a:pt x="0" y="65865"/>
                </a:moveTo>
                <a:lnTo>
                  <a:pt x="44018" y="65865"/>
                </a:lnTo>
                <a:lnTo>
                  <a:pt x="88036" y="65865"/>
                </a:lnTo>
                <a:lnTo>
                  <a:pt x="44018" y="0"/>
                </a:lnTo>
                <a:lnTo>
                  <a:pt x="0" y="65865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F0593EFE-D06C-F5D8-0F6A-21D315404A46}"/>
              </a:ext>
            </a:extLst>
          </p:cNvPr>
          <p:cNvSpPr/>
          <p:nvPr/>
        </p:nvSpPr>
        <p:spPr>
          <a:xfrm rot="5400000">
            <a:off x="5989661" y="6415931"/>
            <a:ext cx="167418" cy="125257"/>
          </a:xfrm>
          <a:custGeom>
            <a:avLst/>
            <a:gdLst>
              <a:gd name="connsiteX0" fmla="*/ 0 w 88035"/>
              <a:gd name="connsiteY0" fmla="*/ 65865 h 65865"/>
              <a:gd name="connsiteX1" fmla="*/ 44018 w 88035"/>
              <a:gd name="connsiteY1" fmla="*/ 65865 h 65865"/>
              <a:gd name="connsiteX2" fmla="*/ 88036 w 88035"/>
              <a:gd name="connsiteY2" fmla="*/ 65865 h 65865"/>
              <a:gd name="connsiteX3" fmla="*/ 44018 w 88035"/>
              <a:gd name="connsiteY3" fmla="*/ 0 h 65865"/>
              <a:gd name="connsiteX4" fmla="*/ 0 w 88035"/>
              <a:gd name="connsiteY4" fmla="*/ 65865 h 65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5" h="65865">
                <a:moveTo>
                  <a:pt x="0" y="65865"/>
                </a:moveTo>
                <a:lnTo>
                  <a:pt x="44018" y="65865"/>
                </a:lnTo>
                <a:lnTo>
                  <a:pt x="88036" y="65865"/>
                </a:lnTo>
                <a:lnTo>
                  <a:pt x="44018" y="0"/>
                </a:lnTo>
                <a:lnTo>
                  <a:pt x="0" y="65865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3950EDE-B9E2-7B6F-8D54-C81B175F2FCC}"/>
              </a:ext>
            </a:extLst>
          </p:cNvPr>
          <p:cNvSpPr/>
          <p:nvPr userDrawn="1"/>
        </p:nvSpPr>
        <p:spPr>
          <a:xfrm rot="5400000">
            <a:off x="10404089" y="1069634"/>
            <a:ext cx="103992" cy="103992"/>
          </a:xfrm>
          <a:custGeom>
            <a:avLst/>
            <a:gdLst>
              <a:gd name="connsiteX0" fmla="*/ 54683 w 54683"/>
              <a:gd name="connsiteY0" fmla="*/ 27341 h 54683"/>
              <a:gd name="connsiteX1" fmla="*/ 27342 w 54683"/>
              <a:gd name="connsiteY1" fmla="*/ 54683 h 54683"/>
              <a:gd name="connsiteX2" fmla="*/ 0 w 54683"/>
              <a:gd name="connsiteY2" fmla="*/ 27341 h 54683"/>
              <a:gd name="connsiteX3" fmla="*/ 27342 w 54683"/>
              <a:gd name="connsiteY3" fmla="*/ 0 h 54683"/>
              <a:gd name="connsiteX4" fmla="*/ 54683 w 54683"/>
              <a:gd name="connsiteY4" fmla="*/ 27341 h 5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3" h="54683">
                <a:moveTo>
                  <a:pt x="54683" y="27341"/>
                </a:moveTo>
                <a:cubicBezTo>
                  <a:pt x="54683" y="42442"/>
                  <a:pt x="42442" y="54683"/>
                  <a:pt x="27342" y="54683"/>
                </a:cubicBezTo>
                <a:cubicBezTo>
                  <a:pt x="12241" y="54683"/>
                  <a:pt x="0" y="42442"/>
                  <a:pt x="0" y="27341"/>
                </a:cubicBezTo>
                <a:cubicBezTo>
                  <a:pt x="0" y="12241"/>
                  <a:pt x="12241" y="0"/>
                  <a:pt x="27342" y="0"/>
                </a:cubicBezTo>
                <a:cubicBezTo>
                  <a:pt x="42442" y="0"/>
                  <a:pt x="54683" y="12241"/>
                  <a:pt x="54683" y="27341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B486D79-DE99-4D9B-B2A8-3202A4293D77}"/>
              </a:ext>
            </a:extLst>
          </p:cNvPr>
          <p:cNvSpPr/>
          <p:nvPr userDrawn="1"/>
        </p:nvSpPr>
        <p:spPr>
          <a:xfrm rot="5400000">
            <a:off x="769190" y="6226939"/>
            <a:ext cx="103992" cy="103990"/>
          </a:xfrm>
          <a:custGeom>
            <a:avLst/>
            <a:gdLst>
              <a:gd name="connsiteX0" fmla="*/ 54683 w 54683"/>
              <a:gd name="connsiteY0" fmla="*/ 27341 h 54682"/>
              <a:gd name="connsiteX1" fmla="*/ 27342 w 54683"/>
              <a:gd name="connsiteY1" fmla="*/ 54683 h 54682"/>
              <a:gd name="connsiteX2" fmla="*/ 0 w 54683"/>
              <a:gd name="connsiteY2" fmla="*/ 27341 h 54682"/>
              <a:gd name="connsiteX3" fmla="*/ 27342 w 54683"/>
              <a:gd name="connsiteY3" fmla="*/ 0 h 54682"/>
              <a:gd name="connsiteX4" fmla="*/ 54683 w 54683"/>
              <a:gd name="connsiteY4" fmla="*/ 27341 h 54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3" h="54682">
                <a:moveTo>
                  <a:pt x="54683" y="27341"/>
                </a:moveTo>
                <a:cubicBezTo>
                  <a:pt x="54683" y="42466"/>
                  <a:pt x="42467" y="54683"/>
                  <a:pt x="27342" y="54683"/>
                </a:cubicBezTo>
                <a:cubicBezTo>
                  <a:pt x="12217" y="54683"/>
                  <a:pt x="0" y="42466"/>
                  <a:pt x="0" y="27341"/>
                </a:cubicBezTo>
                <a:cubicBezTo>
                  <a:pt x="0" y="12216"/>
                  <a:pt x="12217" y="0"/>
                  <a:pt x="27342" y="0"/>
                </a:cubicBezTo>
                <a:cubicBezTo>
                  <a:pt x="42467" y="0"/>
                  <a:pt x="54683" y="12216"/>
                  <a:pt x="54683" y="27341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5C398B1-2595-3CF1-8F33-686B87D5FF04}"/>
              </a:ext>
            </a:extLst>
          </p:cNvPr>
          <p:cNvSpPr/>
          <p:nvPr userDrawn="1"/>
        </p:nvSpPr>
        <p:spPr>
          <a:xfrm rot="5400000">
            <a:off x="5966368" y="1425614"/>
            <a:ext cx="103990" cy="103992"/>
          </a:xfrm>
          <a:custGeom>
            <a:avLst/>
            <a:gdLst>
              <a:gd name="connsiteX0" fmla="*/ 54683 w 54682"/>
              <a:gd name="connsiteY0" fmla="*/ 27342 h 54683"/>
              <a:gd name="connsiteX1" fmla="*/ 27341 w 54682"/>
              <a:gd name="connsiteY1" fmla="*/ 54683 h 54683"/>
              <a:gd name="connsiteX2" fmla="*/ 0 w 54682"/>
              <a:gd name="connsiteY2" fmla="*/ 27342 h 54683"/>
              <a:gd name="connsiteX3" fmla="*/ 27341 w 54682"/>
              <a:gd name="connsiteY3" fmla="*/ 0 h 54683"/>
              <a:gd name="connsiteX4" fmla="*/ 54683 w 54682"/>
              <a:gd name="connsiteY4" fmla="*/ 27342 h 5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2" h="54683">
                <a:moveTo>
                  <a:pt x="54683" y="27342"/>
                </a:moveTo>
                <a:cubicBezTo>
                  <a:pt x="54683" y="42467"/>
                  <a:pt x="42466" y="54683"/>
                  <a:pt x="27341" y="54683"/>
                </a:cubicBezTo>
                <a:cubicBezTo>
                  <a:pt x="12216" y="54683"/>
                  <a:pt x="0" y="42467"/>
                  <a:pt x="0" y="27342"/>
                </a:cubicBezTo>
                <a:cubicBezTo>
                  <a:pt x="0" y="12217"/>
                  <a:pt x="12216" y="0"/>
                  <a:pt x="27341" y="0"/>
                </a:cubicBezTo>
                <a:cubicBezTo>
                  <a:pt x="42466" y="0"/>
                  <a:pt x="54683" y="12217"/>
                  <a:pt x="54683" y="27342"/>
                </a:cubicBezTo>
                <a:close/>
              </a:path>
            </a:pathLst>
          </a:custGeom>
          <a:solidFill>
            <a:schemeClr val="accent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EBF4ACA-2875-7CDF-6308-27715CFBAC48}"/>
              </a:ext>
            </a:extLst>
          </p:cNvPr>
          <p:cNvSpPr/>
          <p:nvPr userDrawn="1"/>
        </p:nvSpPr>
        <p:spPr>
          <a:xfrm rot="5400000">
            <a:off x="10822826" y="4463971"/>
            <a:ext cx="679757" cy="679757"/>
          </a:xfrm>
          <a:custGeom>
            <a:avLst/>
            <a:gdLst>
              <a:gd name="connsiteX0" fmla="*/ 178722 w 357443"/>
              <a:gd name="connsiteY0" fmla="*/ 0 h 357443"/>
              <a:gd name="connsiteX1" fmla="*/ 0 w 357443"/>
              <a:gd name="connsiteY1" fmla="*/ 178722 h 357443"/>
              <a:gd name="connsiteX2" fmla="*/ 178722 w 357443"/>
              <a:gd name="connsiteY2" fmla="*/ 357443 h 357443"/>
              <a:gd name="connsiteX3" fmla="*/ 357443 w 357443"/>
              <a:gd name="connsiteY3" fmla="*/ 178722 h 357443"/>
              <a:gd name="connsiteX4" fmla="*/ 178722 w 357443"/>
              <a:gd name="connsiteY4" fmla="*/ 0 h 357443"/>
              <a:gd name="connsiteX5" fmla="*/ 178722 w 357443"/>
              <a:gd name="connsiteY5" fmla="*/ 294810 h 357443"/>
              <a:gd name="connsiteX6" fmla="*/ 62633 w 357443"/>
              <a:gd name="connsiteY6" fmla="*/ 178722 h 357443"/>
              <a:gd name="connsiteX7" fmla="*/ 178722 w 357443"/>
              <a:gd name="connsiteY7" fmla="*/ 62633 h 357443"/>
              <a:gd name="connsiteX8" fmla="*/ 294810 w 357443"/>
              <a:gd name="connsiteY8" fmla="*/ 178722 h 357443"/>
              <a:gd name="connsiteX9" fmla="*/ 178722 w 357443"/>
              <a:gd name="connsiteY9" fmla="*/ 294810 h 35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7443" h="357443">
                <a:moveTo>
                  <a:pt x="178722" y="0"/>
                </a:moveTo>
                <a:cubicBezTo>
                  <a:pt x="80021" y="0"/>
                  <a:pt x="0" y="80021"/>
                  <a:pt x="0" y="178722"/>
                </a:cubicBezTo>
                <a:cubicBezTo>
                  <a:pt x="0" y="277423"/>
                  <a:pt x="80021" y="357443"/>
                  <a:pt x="178722" y="357443"/>
                </a:cubicBezTo>
                <a:cubicBezTo>
                  <a:pt x="277422" y="357443"/>
                  <a:pt x="357443" y="277423"/>
                  <a:pt x="357443" y="178722"/>
                </a:cubicBezTo>
                <a:cubicBezTo>
                  <a:pt x="357443" y="80021"/>
                  <a:pt x="277422" y="0"/>
                  <a:pt x="178722" y="0"/>
                </a:cubicBezTo>
                <a:close/>
                <a:moveTo>
                  <a:pt x="178722" y="294810"/>
                </a:moveTo>
                <a:cubicBezTo>
                  <a:pt x="114602" y="294810"/>
                  <a:pt x="62633" y="242842"/>
                  <a:pt x="62633" y="178722"/>
                </a:cubicBezTo>
                <a:cubicBezTo>
                  <a:pt x="62633" y="114602"/>
                  <a:pt x="114602" y="62633"/>
                  <a:pt x="178722" y="62633"/>
                </a:cubicBezTo>
                <a:cubicBezTo>
                  <a:pt x="242842" y="62633"/>
                  <a:pt x="294810" y="114602"/>
                  <a:pt x="294810" y="178722"/>
                </a:cubicBezTo>
                <a:cubicBezTo>
                  <a:pt x="294810" y="242842"/>
                  <a:pt x="242842" y="294810"/>
                  <a:pt x="178722" y="294810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97A57AEC-3A8B-0767-922E-10A48B387354}"/>
              </a:ext>
            </a:extLst>
          </p:cNvPr>
          <p:cNvSpPr/>
          <p:nvPr userDrawn="1"/>
        </p:nvSpPr>
        <p:spPr>
          <a:xfrm rot="5400000">
            <a:off x="1655863" y="2955875"/>
            <a:ext cx="679757" cy="679757"/>
          </a:xfrm>
          <a:custGeom>
            <a:avLst/>
            <a:gdLst>
              <a:gd name="connsiteX0" fmla="*/ 178722 w 357443"/>
              <a:gd name="connsiteY0" fmla="*/ 0 h 357443"/>
              <a:gd name="connsiteX1" fmla="*/ 0 w 357443"/>
              <a:gd name="connsiteY1" fmla="*/ 178722 h 357443"/>
              <a:gd name="connsiteX2" fmla="*/ 178722 w 357443"/>
              <a:gd name="connsiteY2" fmla="*/ 357443 h 357443"/>
              <a:gd name="connsiteX3" fmla="*/ 357443 w 357443"/>
              <a:gd name="connsiteY3" fmla="*/ 178722 h 357443"/>
              <a:gd name="connsiteX4" fmla="*/ 178722 w 357443"/>
              <a:gd name="connsiteY4" fmla="*/ 0 h 357443"/>
              <a:gd name="connsiteX5" fmla="*/ 178722 w 357443"/>
              <a:gd name="connsiteY5" fmla="*/ 294810 h 357443"/>
              <a:gd name="connsiteX6" fmla="*/ 62633 w 357443"/>
              <a:gd name="connsiteY6" fmla="*/ 178722 h 357443"/>
              <a:gd name="connsiteX7" fmla="*/ 178722 w 357443"/>
              <a:gd name="connsiteY7" fmla="*/ 62633 h 357443"/>
              <a:gd name="connsiteX8" fmla="*/ 294810 w 357443"/>
              <a:gd name="connsiteY8" fmla="*/ 178722 h 357443"/>
              <a:gd name="connsiteX9" fmla="*/ 178722 w 357443"/>
              <a:gd name="connsiteY9" fmla="*/ 294810 h 35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7443" h="357443">
                <a:moveTo>
                  <a:pt x="178722" y="0"/>
                </a:moveTo>
                <a:cubicBezTo>
                  <a:pt x="80021" y="0"/>
                  <a:pt x="0" y="80021"/>
                  <a:pt x="0" y="178722"/>
                </a:cubicBezTo>
                <a:cubicBezTo>
                  <a:pt x="0" y="277422"/>
                  <a:pt x="80021" y="357443"/>
                  <a:pt x="178722" y="357443"/>
                </a:cubicBezTo>
                <a:cubicBezTo>
                  <a:pt x="277423" y="357443"/>
                  <a:pt x="357443" y="277422"/>
                  <a:pt x="357443" y="178722"/>
                </a:cubicBezTo>
                <a:cubicBezTo>
                  <a:pt x="357443" y="80021"/>
                  <a:pt x="277423" y="0"/>
                  <a:pt x="178722" y="0"/>
                </a:cubicBezTo>
                <a:close/>
                <a:moveTo>
                  <a:pt x="178722" y="294810"/>
                </a:moveTo>
                <a:cubicBezTo>
                  <a:pt x="114602" y="294810"/>
                  <a:pt x="62633" y="242842"/>
                  <a:pt x="62633" y="178722"/>
                </a:cubicBezTo>
                <a:cubicBezTo>
                  <a:pt x="62633" y="114602"/>
                  <a:pt x="114602" y="62633"/>
                  <a:pt x="178722" y="62633"/>
                </a:cubicBezTo>
                <a:cubicBezTo>
                  <a:pt x="242842" y="62633"/>
                  <a:pt x="294810" y="114602"/>
                  <a:pt x="294810" y="178722"/>
                </a:cubicBezTo>
                <a:cubicBezTo>
                  <a:pt x="294810" y="242842"/>
                  <a:pt x="242842" y="294810"/>
                  <a:pt x="178722" y="294810"/>
                </a:cubicBezTo>
                <a:close/>
              </a:path>
            </a:pathLst>
          </a:custGeom>
          <a:solidFill>
            <a:schemeClr val="tx1"/>
          </a:solidFill>
          <a:ln w="6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Title 93">
            <a:extLst>
              <a:ext uri="{FF2B5EF4-FFF2-40B4-BE49-F238E27FC236}">
                <a16:creationId xmlns:a16="http://schemas.microsoft.com/office/drawing/2014/main" id="{72AD091C-3F18-8BD6-E1B1-CDDA7CC18D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85912" y="828495"/>
            <a:ext cx="5420176" cy="2600505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E5A848E6-AD16-A898-653F-EA6C31F361A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387432" y="3454052"/>
            <a:ext cx="5417136" cy="83957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Takeaway message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41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83614-B309-4FBC-B91E-FE617CD6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997"/>
            <a:ext cx="10653230" cy="890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6A2D-842B-4196-AEF8-54FBA593F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F4693-79F5-4AA8-9D0A-F8E292CE2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586E3-F188-4180-8D43-CF184C61D618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E669-5AD1-4712-9719-9C97D81B8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56B2-33AA-4803-B4CE-B64251752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627240-10D7-84FB-8053-4FCEDB612D1A}"/>
              </a:ext>
            </a:extLst>
          </p:cNvPr>
          <p:cNvGrpSpPr/>
          <p:nvPr userDrawn="1"/>
        </p:nvGrpSpPr>
        <p:grpSpPr>
          <a:xfrm>
            <a:off x="57487" y="-1"/>
            <a:ext cx="12134514" cy="6721475"/>
            <a:chOff x="57487" y="-1"/>
            <a:chExt cx="12134514" cy="6721475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4A5A53F-03B1-1833-B106-5B0F468BB3B9}"/>
                </a:ext>
              </a:extLst>
            </p:cNvPr>
            <p:cNvSpPr/>
            <p:nvPr userDrawn="1"/>
          </p:nvSpPr>
          <p:spPr>
            <a:xfrm rot="5400000">
              <a:off x="11740409" y="1425492"/>
              <a:ext cx="181801" cy="181922"/>
            </a:xfrm>
            <a:custGeom>
              <a:avLst/>
              <a:gdLst>
                <a:gd name="connsiteX0" fmla="*/ 89781 w 95598"/>
                <a:gd name="connsiteY0" fmla="*/ 5817 h 95662"/>
                <a:gd name="connsiteX1" fmla="*/ 89781 w 95598"/>
                <a:gd name="connsiteY1" fmla="*/ 5817 h 95662"/>
                <a:gd name="connsiteX2" fmla="*/ 61793 w 95598"/>
                <a:gd name="connsiteY2" fmla="*/ 5817 h 95662"/>
                <a:gd name="connsiteX3" fmla="*/ 47767 w 95598"/>
                <a:gd name="connsiteY3" fmla="*/ 19779 h 95662"/>
                <a:gd name="connsiteX4" fmla="*/ 33805 w 95598"/>
                <a:gd name="connsiteY4" fmla="*/ 5817 h 95662"/>
                <a:gd name="connsiteX5" fmla="*/ 5817 w 95598"/>
                <a:gd name="connsiteY5" fmla="*/ 5817 h 95662"/>
                <a:gd name="connsiteX6" fmla="*/ 5817 w 95598"/>
                <a:gd name="connsiteY6" fmla="*/ 5817 h 95662"/>
                <a:gd name="connsiteX7" fmla="*/ 5817 w 95598"/>
                <a:gd name="connsiteY7" fmla="*/ 33805 h 95662"/>
                <a:gd name="connsiteX8" fmla="*/ 19844 w 95598"/>
                <a:gd name="connsiteY8" fmla="*/ 47831 h 95662"/>
                <a:gd name="connsiteX9" fmla="*/ 5817 w 95598"/>
                <a:gd name="connsiteY9" fmla="*/ 61858 h 95662"/>
                <a:gd name="connsiteX10" fmla="*/ 5817 w 95598"/>
                <a:gd name="connsiteY10" fmla="*/ 89846 h 95662"/>
                <a:gd name="connsiteX11" fmla="*/ 5817 w 95598"/>
                <a:gd name="connsiteY11" fmla="*/ 89846 h 95662"/>
                <a:gd name="connsiteX12" fmla="*/ 33805 w 95598"/>
                <a:gd name="connsiteY12" fmla="*/ 89846 h 95662"/>
                <a:gd name="connsiteX13" fmla="*/ 47767 w 95598"/>
                <a:gd name="connsiteY13" fmla="*/ 75884 h 95662"/>
                <a:gd name="connsiteX14" fmla="*/ 61793 w 95598"/>
                <a:gd name="connsiteY14" fmla="*/ 89846 h 95662"/>
                <a:gd name="connsiteX15" fmla="*/ 89781 w 95598"/>
                <a:gd name="connsiteY15" fmla="*/ 89846 h 95662"/>
                <a:gd name="connsiteX16" fmla="*/ 89781 w 95598"/>
                <a:gd name="connsiteY16" fmla="*/ 89846 h 95662"/>
                <a:gd name="connsiteX17" fmla="*/ 89781 w 95598"/>
                <a:gd name="connsiteY17" fmla="*/ 61858 h 95662"/>
                <a:gd name="connsiteX18" fmla="*/ 75819 w 95598"/>
                <a:gd name="connsiteY18" fmla="*/ 47831 h 95662"/>
                <a:gd name="connsiteX19" fmla="*/ 89781 w 95598"/>
                <a:gd name="connsiteY19" fmla="*/ 33805 h 95662"/>
                <a:gd name="connsiteX20" fmla="*/ 89781 w 95598"/>
                <a:gd name="connsiteY20" fmla="*/ 5817 h 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98" h="95662">
                  <a:moveTo>
                    <a:pt x="89781" y="5817"/>
                  </a:moveTo>
                  <a:lnTo>
                    <a:pt x="89781" y="5817"/>
                  </a:lnTo>
                  <a:cubicBezTo>
                    <a:pt x="82024" y="-1939"/>
                    <a:pt x="69550" y="-1939"/>
                    <a:pt x="61793" y="5817"/>
                  </a:cubicBezTo>
                  <a:lnTo>
                    <a:pt x="47767" y="19779"/>
                  </a:lnTo>
                  <a:lnTo>
                    <a:pt x="33805" y="5817"/>
                  </a:lnTo>
                  <a:cubicBezTo>
                    <a:pt x="26049" y="-1939"/>
                    <a:pt x="13574" y="-1939"/>
                    <a:pt x="5817" y="5817"/>
                  </a:cubicBezTo>
                  <a:lnTo>
                    <a:pt x="5817" y="5817"/>
                  </a:lnTo>
                  <a:cubicBezTo>
                    <a:pt x="-1939" y="13574"/>
                    <a:pt x="-1939" y="26049"/>
                    <a:pt x="5817" y="33805"/>
                  </a:cubicBezTo>
                  <a:lnTo>
                    <a:pt x="19844" y="47831"/>
                  </a:lnTo>
                  <a:lnTo>
                    <a:pt x="5817" y="61858"/>
                  </a:lnTo>
                  <a:cubicBezTo>
                    <a:pt x="-1939" y="69614"/>
                    <a:pt x="-1939" y="82089"/>
                    <a:pt x="5817" y="89846"/>
                  </a:cubicBezTo>
                  <a:lnTo>
                    <a:pt x="5817" y="89846"/>
                  </a:lnTo>
                  <a:cubicBezTo>
                    <a:pt x="13574" y="97602"/>
                    <a:pt x="26049" y="97602"/>
                    <a:pt x="33805" y="89846"/>
                  </a:cubicBezTo>
                  <a:lnTo>
                    <a:pt x="47767" y="75884"/>
                  </a:lnTo>
                  <a:lnTo>
                    <a:pt x="61793" y="89846"/>
                  </a:lnTo>
                  <a:cubicBezTo>
                    <a:pt x="69550" y="97602"/>
                    <a:pt x="82024" y="97602"/>
                    <a:pt x="89781" y="89846"/>
                  </a:cubicBezTo>
                  <a:lnTo>
                    <a:pt x="89781" y="89846"/>
                  </a:lnTo>
                  <a:cubicBezTo>
                    <a:pt x="97537" y="82089"/>
                    <a:pt x="97537" y="69614"/>
                    <a:pt x="89781" y="61858"/>
                  </a:cubicBezTo>
                  <a:lnTo>
                    <a:pt x="75819" y="47831"/>
                  </a:lnTo>
                  <a:lnTo>
                    <a:pt x="89781" y="33805"/>
                  </a:lnTo>
                  <a:cubicBezTo>
                    <a:pt x="97537" y="26049"/>
                    <a:pt x="97537" y="13574"/>
                    <a:pt x="89781" y="5817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40B8FB8-DF22-73C4-4857-57CB824759A1}"/>
                </a:ext>
              </a:extLst>
            </p:cNvPr>
            <p:cNvSpPr/>
            <p:nvPr userDrawn="1"/>
          </p:nvSpPr>
          <p:spPr>
            <a:xfrm rot="5400000">
              <a:off x="11295177" y="5668125"/>
              <a:ext cx="623089" cy="623089"/>
            </a:xfrm>
            <a:custGeom>
              <a:avLst/>
              <a:gdLst>
                <a:gd name="connsiteX0" fmla="*/ 307770 w 327645"/>
                <a:gd name="connsiteY0" fmla="*/ 19876 h 327645"/>
                <a:gd name="connsiteX1" fmla="*/ 307770 w 327645"/>
                <a:gd name="connsiteY1" fmla="*/ 19876 h 327645"/>
                <a:gd name="connsiteX2" fmla="*/ 211784 w 327645"/>
                <a:gd name="connsiteY2" fmla="*/ 19876 h 327645"/>
                <a:gd name="connsiteX3" fmla="*/ 163823 w 327645"/>
                <a:gd name="connsiteY3" fmla="*/ 67837 h 327645"/>
                <a:gd name="connsiteX4" fmla="*/ 115862 w 327645"/>
                <a:gd name="connsiteY4" fmla="*/ 19876 h 327645"/>
                <a:gd name="connsiteX5" fmla="*/ 19876 w 327645"/>
                <a:gd name="connsiteY5" fmla="*/ 19876 h 327645"/>
                <a:gd name="connsiteX6" fmla="*/ 19876 w 327645"/>
                <a:gd name="connsiteY6" fmla="*/ 19876 h 327645"/>
                <a:gd name="connsiteX7" fmla="*/ 19876 w 327645"/>
                <a:gd name="connsiteY7" fmla="*/ 115862 h 327645"/>
                <a:gd name="connsiteX8" fmla="*/ 67837 w 327645"/>
                <a:gd name="connsiteY8" fmla="*/ 163823 h 327645"/>
                <a:gd name="connsiteX9" fmla="*/ 19876 w 327645"/>
                <a:gd name="connsiteY9" fmla="*/ 211784 h 327645"/>
                <a:gd name="connsiteX10" fmla="*/ 19876 w 327645"/>
                <a:gd name="connsiteY10" fmla="*/ 307770 h 327645"/>
                <a:gd name="connsiteX11" fmla="*/ 19876 w 327645"/>
                <a:gd name="connsiteY11" fmla="*/ 307770 h 327645"/>
                <a:gd name="connsiteX12" fmla="*/ 115862 w 327645"/>
                <a:gd name="connsiteY12" fmla="*/ 307770 h 327645"/>
                <a:gd name="connsiteX13" fmla="*/ 163823 w 327645"/>
                <a:gd name="connsiteY13" fmla="*/ 259809 h 327645"/>
                <a:gd name="connsiteX14" fmla="*/ 211784 w 327645"/>
                <a:gd name="connsiteY14" fmla="*/ 307770 h 327645"/>
                <a:gd name="connsiteX15" fmla="*/ 307770 w 327645"/>
                <a:gd name="connsiteY15" fmla="*/ 307770 h 327645"/>
                <a:gd name="connsiteX16" fmla="*/ 307770 w 327645"/>
                <a:gd name="connsiteY16" fmla="*/ 307770 h 327645"/>
                <a:gd name="connsiteX17" fmla="*/ 307770 w 327645"/>
                <a:gd name="connsiteY17" fmla="*/ 211784 h 327645"/>
                <a:gd name="connsiteX18" fmla="*/ 259809 w 327645"/>
                <a:gd name="connsiteY18" fmla="*/ 163823 h 327645"/>
                <a:gd name="connsiteX19" fmla="*/ 307770 w 327645"/>
                <a:gd name="connsiteY19" fmla="*/ 115862 h 327645"/>
                <a:gd name="connsiteX20" fmla="*/ 307770 w 327645"/>
                <a:gd name="connsiteY20" fmla="*/ 19876 h 32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7645" h="327645">
                  <a:moveTo>
                    <a:pt x="307770" y="19876"/>
                  </a:moveTo>
                  <a:lnTo>
                    <a:pt x="307770" y="19876"/>
                  </a:lnTo>
                  <a:cubicBezTo>
                    <a:pt x="281269" y="-6625"/>
                    <a:pt x="238285" y="-6625"/>
                    <a:pt x="211784" y="19876"/>
                  </a:cubicBezTo>
                  <a:lnTo>
                    <a:pt x="163823" y="67837"/>
                  </a:lnTo>
                  <a:lnTo>
                    <a:pt x="115862" y="19876"/>
                  </a:lnTo>
                  <a:cubicBezTo>
                    <a:pt x="89361" y="-6625"/>
                    <a:pt x="46377" y="-6625"/>
                    <a:pt x="19876" y="19876"/>
                  </a:cubicBezTo>
                  <a:lnTo>
                    <a:pt x="19876" y="19876"/>
                  </a:lnTo>
                  <a:cubicBezTo>
                    <a:pt x="-6625" y="46377"/>
                    <a:pt x="-6625" y="89361"/>
                    <a:pt x="19876" y="115862"/>
                  </a:cubicBezTo>
                  <a:lnTo>
                    <a:pt x="67837" y="163823"/>
                  </a:lnTo>
                  <a:lnTo>
                    <a:pt x="19876" y="211784"/>
                  </a:lnTo>
                  <a:cubicBezTo>
                    <a:pt x="-6625" y="238285"/>
                    <a:pt x="-6625" y="281269"/>
                    <a:pt x="19876" y="307770"/>
                  </a:cubicBezTo>
                  <a:lnTo>
                    <a:pt x="19876" y="307770"/>
                  </a:lnTo>
                  <a:cubicBezTo>
                    <a:pt x="46377" y="334271"/>
                    <a:pt x="89361" y="334271"/>
                    <a:pt x="115862" y="307770"/>
                  </a:cubicBezTo>
                  <a:lnTo>
                    <a:pt x="163823" y="259809"/>
                  </a:lnTo>
                  <a:lnTo>
                    <a:pt x="211784" y="307770"/>
                  </a:lnTo>
                  <a:cubicBezTo>
                    <a:pt x="238285" y="334271"/>
                    <a:pt x="281269" y="334271"/>
                    <a:pt x="307770" y="307770"/>
                  </a:cubicBezTo>
                  <a:lnTo>
                    <a:pt x="307770" y="307770"/>
                  </a:lnTo>
                  <a:cubicBezTo>
                    <a:pt x="334271" y="281269"/>
                    <a:pt x="334271" y="238285"/>
                    <a:pt x="307770" y="211784"/>
                  </a:cubicBezTo>
                  <a:lnTo>
                    <a:pt x="259809" y="163823"/>
                  </a:lnTo>
                  <a:lnTo>
                    <a:pt x="307770" y="115862"/>
                  </a:lnTo>
                  <a:cubicBezTo>
                    <a:pt x="334271" y="89361"/>
                    <a:pt x="334271" y="46377"/>
                    <a:pt x="307770" y="19876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26CBA4B-9BB3-502B-E688-14FBC2CCCFD8}"/>
                </a:ext>
              </a:extLst>
            </p:cNvPr>
            <p:cNvSpPr/>
            <p:nvPr userDrawn="1"/>
          </p:nvSpPr>
          <p:spPr>
            <a:xfrm rot="5400000">
              <a:off x="10931822" y="-52898"/>
              <a:ext cx="1207281" cy="1313076"/>
            </a:xfrm>
            <a:custGeom>
              <a:avLst/>
              <a:gdLst>
                <a:gd name="connsiteX0" fmla="*/ 0 w 1207281"/>
                <a:gd name="connsiteY0" fmla="*/ 1313076 h 1313076"/>
                <a:gd name="connsiteX1" fmla="*/ 0 w 1207281"/>
                <a:gd name="connsiteY1" fmla="*/ 0 h 1313076"/>
                <a:gd name="connsiteX2" fmla="*/ 1204299 w 1207281"/>
                <a:gd name="connsiteY2" fmla="*/ 0 h 1313076"/>
                <a:gd name="connsiteX3" fmla="*/ 1207281 w 1207281"/>
                <a:gd name="connsiteY3" fmla="*/ 59056 h 1313076"/>
                <a:gd name="connsiteX4" fmla="*/ 79245 w 1207281"/>
                <a:gd name="connsiteY4" fmla="*/ 1309075 h 13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281" h="1313076">
                  <a:moveTo>
                    <a:pt x="0" y="1313076"/>
                  </a:moveTo>
                  <a:lnTo>
                    <a:pt x="0" y="0"/>
                  </a:lnTo>
                  <a:lnTo>
                    <a:pt x="1204299" y="0"/>
                  </a:lnTo>
                  <a:lnTo>
                    <a:pt x="1207281" y="59056"/>
                  </a:lnTo>
                  <a:cubicBezTo>
                    <a:pt x="1207281" y="709632"/>
                    <a:pt x="712846" y="1244729"/>
                    <a:pt x="79245" y="1309075"/>
                  </a:cubicBezTo>
                  <a:close/>
                </a:path>
              </a:pathLst>
            </a:custGeom>
            <a:solidFill>
              <a:schemeClr val="accent1">
                <a:alpha val="54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8B74F4F-213B-748A-7E57-E57ACD5BB072}"/>
                </a:ext>
              </a:extLst>
            </p:cNvPr>
            <p:cNvSpPr/>
            <p:nvPr userDrawn="1"/>
          </p:nvSpPr>
          <p:spPr>
            <a:xfrm rot="5400000">
              <a:off x="1890080" y="-182632"/>
              <a:ext cx="502687" cy="867952"/>
            </a:xfrm>
            <a:custGeom>
              <a:avLst/>
              <a:gdLst>
                <a:gd name="connsiteX0" fmla="*/ 0 w 828495"/>
                <a:gd name="connsiteY0" fmla="*/ 1247535 h 1430501"/>
                <a:gd name="connsiteX1" fmla="*/ 0 w 828495"/>
                <a:gd name="connsiteY1" fmla="*/ 182968 h 1430501"/>
                <a:gd name="connsiteX2" fmla="*/ 113243 w 828495"/>
                <a:gd name="connsiteY2" fmla="*/ 296210 h 1430501"/>
                <a:gd name="connsiteX3" fmla="*/ 322702 w 828495"/>
                <a:gd name="connsiteY3" fmla="*/ 86753 h 1430501"/>
                <a:gd name="connsiteX4" fmla="*/ 741742 w 828495"/>
                <a:gd name="connsiteY4" fmla="*/ 86753 h 1430501"/>
                <a:gd name="connsiteX5" fmla="*/ 741742 w 828495"/>
                <a:gd name="connsiteY5" fmla="*/ 505791 h 1430501"/>
                <a:gd name="connsiteX6" fmla="*/ 532283 w 828495"/>
                <a:gd name="connsiteY6" fmla="*/ 715251 h 1430501"/>
                <a:gd name="connsiteX7" fmla="*/ 741742 w 828495"/>
                <a:gd name="connsiteY7" fmla="*/ 924710 h 1430501"/>
                <a:gd name="connsiteX8" fmla="*/ 741742 w 828495"/>
                <a:gd name="connsiteY8" fmla="*/ 1343750 h 1430501"/>
                <a:gd name="connsiteX9" fmla="*/ 322702 w 828495"/>
                <a:gd name="connsiteY9" fmla="*/ 1343750 h 1430501"/>
                <a:gd name="connsiteX10" fmla="*/ 113243 w 828495"/>
                <a:gd name="connsiteY10" fmla="*/ 1134291 h 143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8495" h="1430501">
                  <a:moveTo>
                    <a:pt x="0" y="1247535"/>
                  </a:moveTo>
                  <a:lnTo>
                    <a:pt x="0" y="182968"/>
                  </a:lnTo>
                  <a:lnTo>
                    <a:pt x="113243" y="296210"/>
                  </a:lnTo>
                  <a:lnTo>
                    <a:pt x="322702" y="86753"/>
                  </a:lnTo>
                  <a:cubicBezTo>
                    <a:pt x="438494" y="-28918"/>
                    <a:pt x="626074" y="-28918"/>
                    <a:pt x="741742" y="86753"/>
                  </a:cubicBezTo>
                  <a:cubicBezTo>
                    <a:pt x="857413" y="202545"/>
                    <a:pt x="857413" y="390123"/>
                    <a:pt x="741742" y="505791"/>
                  </a:cubicBezTo>
                  <a:lnTo>
                    <a:pt x="532283" y="715251"/>
                  </a:lnTo>
                  <a:lnTo>
                    <a:pt x="741742" y="924710"/>
                  </a:lnTo>
                  <a:cubicBezTo>
                    <a:pt x="857413" y="1040502"/>
                    <a:pt x="857413" y="1228080"/>
                    <a:pt x="741742" y="1343750"/>
                  </a:cubicBezTo>
                  <a:cubicBezTo>
                    <a:pt x="625950" y="1459419"/>
                    <a:pt x="438372" y="1459419"/>
                    <a:pt x="322702" y="1343750"/>
                  </a:cubicBezTo>
                  <a:lnTo>
                    <a:pt x="113243" y="1134291"/>
                  </a:ln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838650A-FA62-4752-6206-AE2D3C93B3C9}"/>
                </a:ext>
              </a:extLst>
            </p:cNvPr>
            <p:cNvSpPr/>
            <p:nvPr userDrawn="1"/>
          </p:nvSpPr>
          <p:spPr>
            <a:xfrm rot="5400000">
              <a:off x="90637" y="5203"/>
              <a:ext cx="540092" cy="606391"/>
            </a:xfrm>
            <a:custGeom>
              <a:avLst/>
              <a:gdLst>
                <a:gd name="connsiteX0" fmla="*/ 730524 w 773054"/>
                <a:gd name="connsiteY0" fmla="*/ 21265 h 867951"/>
                <a:gd name="connsiteX1" fmla="*/ 751789 w 773054"/>
                <a:gd name="connsiteY1" fmla="*/ 0 h 867951"/>
                <a:gd name="connsiteX2" fmla="*/ 773054 w 773054"/>
                <a:gd name="connsiteY2" fmla="*/ 21265 h 867951"/>
                <a:gd name="connsiteX3" fmla="*/ 751789 w 773054"/>
                <a:gd name="connsiteY3" fmla="*/ 42530 h 867951"/>
                <a:gd name="connsiteX4" fmla="*/ 730524 w 773054"/>
                <a:gd name="connsiteY4" fmla="*/ 21265 h 867951"/>
                <a:gd name="connsiteX5" fmla="*/ 730524 w 773054"/>
                <a:gd name="connsiteY5" fmla="*/ 296363 h 867951"/>
                <a:gd name="connsiteX6" fmla="*/ 751789 w 773054"/>
                <a:gd name="connsiteY6" fmla="*/ 275098 h 867951"/>
                <a:gd name="connsiteX7" fmla="*/ 773054 w 773054"/>
                <a:gd name="connsiteY7" fmla="*/ 296363 h 867951"/>
                <a:gd name="connsiteX8" fmla="*/ 751789 w 773054"/>
                <a:gd name="connsiteY8" fmla="*/ 317630 h 867951"/>
                <a:gd name="connsiteX9" fmla="*/ 730524 w 773054"/>
                <a:gd name="connsiteY9" fmla="*/ 296363 h 867951"/>
                <a:gd name="connsiteX10" fmla="*/ 730524 w 773054"/>
                <a:gd name="connsiteY10" fmla="*/ 571585 h 867951"/>
                <a:gd name="connsiteX11" fmla="*/ 751789 w 773054"/>
                <a:gd name="connsiteY11" fmla="*/ 550320 h 867951"/>
                <a:gd name="connsiteX12" fmla="*/ 773054 w 773054"/>
                <a:gd name="connsiteY12" fmla="*/ 571585 h 867951"/>
                <a:gd name="connsiteX13" fmla="*/ 751789 w 773054"/>
                <a:gd name="connsiteY13" fmla="*/ 592852 h 867951"/>
                <a:gd name="connsiteX14" fmla="*/ 730524 w 773054"/>
                <a:gd name="connsiteY14" fmla="*/ 571585 h 867951"/>
                <a:gd name="connsiteX15" fmla="*/ 730524 w 773054"/>
                <a:gd name="connsiteY15" fmla="*/ 846684 h 867951"/>
                <a:gd name="connsiteX16" fmla="*/ 751789 w 773054"/>
                <a:gd name="connsiteY16" fmla="*/ 825419 h 867951"/>
                <a:gd name="connsiteX17" fmla="*/ 773054 w 773054"/>
                <a:gd name="connsiteY17" fmla="*/ 846684 h 867951"/>
                <a:gd name="connsiteX18" fmla="*/ 751789 w 773054"/>
                <a:gd name="connsiteY18" fmla="*/ 867951 h 867951"/>
                <a:gd name="connsiteX19" fmla="*/ 730524 w 773054"/>
                <a:gd name="connsiteY19" fmla="*/ 846684 h 867951"/>
                <a:gd name="connsiteX20" fmla="*/ 487017 w 773054"/>
                <a:gd name="connsiteY20" fmla="*/ 21265 h 867951"/>
                <a:gd name="connsiteX21" fmla="*/ 508282 w 773054"/>
                <a:gd name="connsiteY21" fmla="*/ 0 h 867951"/>
                <a:gd name="connsiteX22" fmla="*/ 529547 w 773054"/>
                <a:gd name="connsiteY22" fmla="*/ 21265 h 867951"/>
                <a:gd name="connsiteX23" fmla="*/ 508282 w 773054"/>
                <a:gd name="connsiteY23" fmla="*/ 42530 h 867951"/>
                <a:gd name="connsiteX24" fmla="*/ 487017 w 773054"/>
                <a:gd name="connsiteY24" fmla="*/ 21265 h 867951"/>
                <a:gd name="connsiteX25" fmla="*/ 487017 w 773054"/>
                <a:gd name="connsiteY25" fmla="*/ 296363 h 867951"/>
                <a:gd name="connsiteX26" fmla="*/ 508282 w 773054"/>
                <a:gd name="connsiteY26" fmla="*/ 275098 h 867951"/>
                <a:gd name="connsiteX27" fmla="*/ 529547 w 773054"/>
                <a:gd name="connsiteY27" fmla="*/ 296363 h 867951"/>
                <a:gd name="connsiteX28" fmla="*/ 508282 w 773054"/>
                <a:gd name="connsiteY28" fmla="*/ 317630 h 867951"/>
                <a:gd name="connsiteX29" fmla="*/ 487017 w 773054"/>
                <a:gd name="connsiteY29" fmla="*/ 296363 h 867951"/>
                <a:gd name="connsiteX30" fmla="*/ 487017 w 773054"/>
                <a:gd name="connsiteY30" fmla="*/ 571585 h 867951"/>
                <a:gd name="connsiteX31" fmla="*/ 508282 w 773054"/>
                <a:gd name="connsiteY31" fmla="*/ 550320 h 867951"/>
                <a:gd name="connsiteX32" fmla="*/ 529547 w 773054"/>
                <a:gd name="connsiteY32" fmla="*/ 571585 h 867951"/>
                <a:gd name="connsiteX33" fmla="*/ 508282 w 773054"/>
                <a:gd name="connsiteY33" fmla="*/ 592852 h 867951"/>
                <a:gd name="connsiteX34" fmla="*/ 487017 w 773054"/>
                <a:gd name="connsiteY34" fmla="*/ 571585 h 867951"/>
                <a:gd name="connsiteX35" fmla="*/ 487017 w 773054"/>
                <a:gd name="connsiteY35" fmla="*/ 846684 h 867951"/>
                <a:gd name="connsiteX36" fmla="*/ 508282 w 773054"/>
                <a:gd name="connsiteY36" fmla="*/ 825419 h 867951"/>
                <a:gd name="connsiteX37" fmla="*/ 529547 w 773054"/>
                <a:gd name="connsiteY37" fmla="*/ 846684 h 867951"/>
                <a:gd name="connsiteX38" fmla="*/ 508282 w 773054"/>
                <a:gd name="connsiteY38" fmla="*/ 867951 h 867951"/>
                <a:gd name="connsiteX39" fmla="*/ 487017 w 773054"/>
                <a:gd name="connsiteY39" fmla="*/ 846684 h 867951"/>
                <a:gd name="connsiteX40" fmla="*/ 243509 w 773054"/>
                <a:gd name="connsiteY40" fmla="*/ 21265 h 867951"/>
                <a:gd name="connsiteX41" fmla="*/ 264774 w 773054"/>
                <a:gd name="connsiteY41" fmla="*/ 0 h 867951"/>
                <a:gd name="connsiteX42" fmla="*/ 286039 w 773054"/>
                <a:gd name="connsiteY42" fmla="*/ 21265 h 867951"/>
                <a:gd name="connsiteX43" fmla="*/ 264774 w 773054"/>
                <a:gd name="connsiteY43" fmla="*/ 42530 h 867951"/>
                <a:gd name="connsiteX44" fmla="*/ 243509 w 773054"/>
                <a:gd name="connsiteY44" fmla="*/ 21265 h 867951"/>
                <a:gd name="connsiteX45" fmla="*/ 243509 w 773054"/>
                <a:gd name="connsiteY45" fmla="*/ 296363 h 867951"/>
                <a:gd name="connsiteX46" fmla="*/ 264774 w 773054"/>
                <a:gd name="connsiteY46" fmla="*/ 275098 h 867951"/>
                <a:gd name="connsiteX47" fmla="*/ 286039 w 773054"/>
                <a:gd name="connsiteY47" fmla="*/ 296363 h 867951"/>
                <a:gd name="connsiteX48" fmla="*/ 264774 w 773054"/>
                <a:gd name="connsiteY48" fmla="*/ 317630 h 867951"/>
                <a:gd name="connsiteX49" fmla="*/ 243509 w 773054"/>
                <a:gd name="connsiteY49" fmla="*/ 296363 h 867951"/>
                <a:gd name="connsiteX50" fmla="*/ 243509 w 773054"/>
                <a:gd name="connsiteY50" fmla="*/ 571585 h 867951"/>
                <a:gd name="connsiteX51" fmla="*/ 264774 w 773054"/>
                <a:gd name="connsiteY51" fmla="*/ 550320 h 867951"/>
                <a:gd name="connsiteX52" fmla="*/ 286039 w 773054"/>
                <a:gd name="connsiteY52" fmla="*/ 571585 h 867951"/>
                <a:gd name="connsiteX53" fmla="*/ 264774 w 773054"/>
                <a:gd name="connsiteY53" fmla="*/ 592852 h 867951"/>
                <a:gd name="connsiteX54" fmla="*/ 243509 w 773054"/>
                <a:gd name="connsiteY54" fmla="*/ 571585 h 867951"/>
                <a:gd name="connsiteX55" fmla="*/ 243509 w 773054"/>
                <a:gd name="connsiteY55" fmla="*/ 846684 h 867951"/>
                <a:gd name="connsiteX56" fmla="*/ 264774 w 773054"/>
                <a:gd name="connsiteY56" fmla="*/ 825419 h 867951"/>
                <a:gd name="connsiteX57" fmla="*/ 286039 w 773054"/>
                <a:gd name="connsiteY57" fmla="*/ 846684 h 867951"/>
                <a:gd name="connsiteX58" fmla="*/ 264774 w 773054"/>
                <a:gd name="connsiteY58" fmla="*/ 867951 h 867951"/>
                <a:gd name="connsiteX59" fmla="*/ 243509 w 773054"/>
                <a:gd name="connsiteY59" fmla="*/ 846684 h 867951"/>
                <a:gd name="connsiteX60" fmla="*/ 0 w 773054"/>
                <a:gd name="connsiteY60" fmla="*/ 21265 h 867951"/>
                <a:gd name="connsiteX61" fmla="*/ 21265 w 773054"/>
                <a:gd name="connsiteY61" fmla="*/ 0 h 867951"/>
                <a:gd name="connsiteX62" fmla="*/ 42530 w 773054"/>
                <a:gd name="connsiteY62" fmla="*/ 21265 h 867951"/>
                <a:gd name="connsiteX63" fmla="*/ 21265 w 773054"/>
                <a:gd name="connsiteY63" fmla="*/ 42530 h 867951"/>
                <a:gd name="connsiteX64" fmla="*/ 0 w 773054"/>
                <a:gd name="connsiteY64" fmla="*/ 21265 h 867951"/>
                <a:gd name="connsiteX65" fmla="*/ 0 w 773054"/>
                <a:gd name="connsiteY65" fmla="*/ 296363 h 867951"/>
                <a:gd name="connsiteX66" fmla="*/ 21265 w 773054"/>
                <a:gd name="connsiteY66" fmla="*/ 275098 h 867951"/>
                <a:gd name="connsiteX67" fmla="*/ 42530 w 773054"/>
                <a:gd name="connsiteY67" fmla="*/ 296363 h 867951"/>
                <a:gd name="connsiteX68" fmla="*/ 21265 w 773054"/>
                <a:gd name="connsiteY68" fmla="*/ 317630 h 867951"/>
                <a:gd name="connsiteX69" fmla="*/ 0 w 773054"/>
                <a:gd name="connsiteY69" fmla="*/ 296363 h 867951"/>
                <a:gd name="connsiteX70" fmla="*/ 0 w 773054"/>
                <a:gd name="connsiteY70" fmla="*/ 571585 h 867951"/>
                <a:gd name="connsiteX71" fmla="*/ 21265 w 773054"/>
                <a:gd name="connsiteY71" fmla="*/ 550320 h 867951"/>
                <a:gd name="connsiteX72" fmla="*/ 42530 w 773054"/>
                <a:gd name="connsiteY72" fmla="*/ 571585 h 867951"/>
                <a:gd name="connsiteX73" fmla="*/ 21265 w 773054"/>
                <a:gd name="connsiteY73" fmla="*/ 592852 h 867951"/>
                <a:gd name="connsiteX74" fmla="*/ 0 w 773054"/>
                <a:gd name="connsiteY74" fmla="*/ 571585 h 867951"/>
                <a:gd name="connsiteX75" fmla="*/ 0 w 773054"/>
                <a:gd name="connsiteY75" fmla="*/ 846684 h 867951"/>
                <a:gd name="connsiteX76" fmla="*/ 21265 w 773054"/>
                <a:gd name="connsiteY76" fmla="*/ 825419 h 867951"/>
                <a:gd name="connsiteX77" fmla="*/ 42530 w 773054"/>
                <a:gd name="connsiteY77" fmla="*/ 846684 h 867951"/>
                <a:gd name="connsiteX78" fmla="*/ 21265 w 773054"/>
                <a:gd name="connsiteY78" fmla="*/ 867951 h 867951"/>
                <a:gd name="connsiteX79" fmla="*/ 0 w 773054"/>
                <a:gd name="connsiteY79" fmla="*/ 846684 h 867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73054" h="867951">
                  <a:moveTo>
                    <a:pt x="730524" y="21265"/>
                  </a:moveTo>
                  <a:cubicBezTo>
                    <a:pt x="730524" y="9586"/>
                    <a:pt x="740112" y="0"/>
                    <a:pt x="751789" y="0"/>
                  </a:cubicBezTo>
                  <a:cubicBezTo>
                    <a:pt x="763467" y="0"/>
                    <a:pt x="773054" y="9586"/>
                    <a:pt x="773054" y="21265"/>
                  </a:cubicBezTo>
                  <a:cubicBezTo>
                    <a:pt x="773054" y="33065"/>
                    <a:pt x="763467" y="42530"/>
                    <a:pt x="751789" y="42530"/>
                  </a:cubicBezTo>
                  <a:cubicBezTo>
                    <a:pt x="740112" y="42530"/>
                    <a:pt x="730524" y="32943"/>
                    <a:pt x="730524" y="21265"/>
                  </a:cubicBezTo>
                  <a:close/>
                  <a:moveTo>
                    <a:pt x="730524" y="296363"/>
                  </a:moveTo>
                  <a:cubicBezTo>
                    <a:pt x="730524" y="284686"/>
                    <a:pt x="740112" y="275098"/>
                    <a:pt x="751789" y="275098"/>
                  </a:cubicBezTo>
                  <a:cubicBezTo>
                    <a:pt x="763467" y="275098"/>
                    <a:pt x="773054" y="284686"/>
                    <a:pt x="773054" y="296363"/>
                  </a:cubicBezTo>
                  <a:cubicBezTo>
                    <a:pt x="773054" y="308163"/>
                    <a:pt x="763467" y="317630"/>
                    <a:pt x="751789" y="317630"/>
                  </a:cubicBezTo>
                  <a:cubicBezTo>
                    <a:pt x="740112" y="317630"/>
                    <a:pt x="730524" y="308041"/>
                    <a:pt x="730524" y="296363"/>
                  </a:cubicBezTo>
                  <a:close/>
                  <a:moveTo>
                    <a:pt x="730524" y="571585"/>
                  </a:moveTo>
                  <a:cubicBezTo>
                    <a:pt x="730524" y="559908"/>
                    <a:pt x="740112" y="550320"/>
                    <a:pt x="751789" y="550320"/>
                  </a:cubicBezTo>
                  <a:cubicBezTo>
                    <a:pt x="763467" y="550320"/>
                    <a:pt x="773054" y="559908"/>
                    <a:pt x="773054" y="571585"/>
                  </a:cubicBezTo>
                  <a:cubicBezTo>
                    <a:pt x="773054" y="583385"/>
                    <a:pt x="763467" y="592852"/>
                    <a:pt x="751789" y="592852"/>
                  </a:cubicBezTo>
                  <a:cubicBezTo>
                    <a:pt x="740112" y="592852"/>
                    <a:pt x="730524" y="583263"/>
                    <a:pt x="730524" y="571585"/>
                  </a:cubicBezTo>
                  <a:close/>
                  <a:moveTo>
                    <a:pt x="730524" y="846684"/>
                  </a:moveTo>
                  <a:cubicBezTo>
                    <a:pt x="730524" y="835008"/>
                    <a:pt x="740112" y="825419"/>
                    <a:pt x="751789" y="825419"/>
                  </a:cubicBezTo>
                  <a:cubicBezTo>
                    <a:pt x="763467" y="825419"/>
                    <a:pt x="773054" y="835008"/>
                    <a:pt x="773054" y="846684"/>
                  </a:cubicBezTo>
                  <a:cubicBezTo>
                    <a:pt x="773054" y="858484"/>
                    <a:pt x="763467" y="867951"/>
                    <a:pt x="751789" y="867951"/>
                  </a:cubicBezTo>
                  <a:cubicBezTo>
                    <a:pt x="740112" y="867951"/>
                    <a:pt x="730524" y="858363"/>
                    <a:pt x="730524" y="846684"/>
                  </a:cubicBezTo>
                  <a:close/>
                  <a:moveTo>
                    <a:pt x="487017" y="21265"/>
                  </a:moveTo>
                  <a:cubicBezTo>
                    <a:pt x="487017" y="9586"/>
                    <a:pt x="496605" y="0"/>
                    <a:pt x="508282" y="0"/>
                  </a:cubicBezTo>
                  <a:cubicBezTo>
                    <a:pt x="519960" y="0"/>
                    <a:pt x="529547" y="9586"/>
                    <a:pt x="529547" y="21265"/>
                  </a:cubicBezTo>
                  <a:cubicBezTo>
                    <a:pt x="529547" y="33065"/>
                    <a:pt x="519960" y="42530"/>
                    <a:pt x="508282" y="42530"/>
                  </a:cubicBezTo>
                  <a:cubicBezTo>
                    <a:pt x="496605" y="42530"/>
                    <a:pt x="487017" y="32943"/>
                    <a:pt x="487017" y="21265"/>
                  </a:cubicBezTo>
                  <a:close/>
                  <a:moveTo>
                    <a:pt x="487017" y="296363"/>
                  </a:moveTo>
                  <a:cubicBezTo>
                    <a:pt x="487017" y="284686"/>
                    <a:pt x="496605" y="275098"/>
                    <a:pt x="508282" y="275098"/>
                  </a:cubicBezTo>
                  <a:cubicBezTo>
                    <a:pt x="519960" y="275098"/>
                    <a:pt x="529547" y="284686"/>
                    <a:pt x="529547" y="296363"/>
                  </a:cubicBezTo>
                  <a:cubicBezTo>
                    <a:pt x="529547" y="308163"/>
                    <a:pt x="519960" y="317630"/>
                    <a:pt x="508282" y="317630"/>
                  </a:cubicBezTo>
                  <a:cubicBezTo>
                    <a:pt x="496605" y="317630"/>
                    <a:pt x="487017" y="308041"/>
                    <a:pt x="487017" y="296363"/>
                  </a:cubicBezTo>
                  <a:close/>
                  <a:moveTo>
                    <a:pt x="487017" y="571585"/>
                  </a:moveTo>
                  <a:cubicBezTo>
                    <a:pt x="487017" y="559908"/>
                    <a:pt x="496605" y="550320"/>
                    <a:pt x="508282" y="550320"/>
                  </a:cubicBezTo>
                  <a:cubicBezTo>
                    <a:pt x="519960" y="550320"/>
                    <a:pt x="529547" y="559908"/>
                    <a:pt x="529547" y="571585"/>
                  </a:cubicBezTo>
                  <a:cubicBezTo>
                    <a:pt x="529547" y="583385"/>
                    <a:pt x="519960" y="592852"/>
                    <a:pt x="508282" y="592852"/>
                  </a:cubicBezTo>
                  <a:cubicBezTo>
                    <a:pt x="496605" y="592852"/>
                    <a:pt x="487017" y="583263"/>
                    <a:pt x="487017" y="571585"/>
                  </a:cubicBezTo>
                  <a:close/>
                  <a:moveTo>
                    <a:pt x="487017" y="846684"/>
                  </a:moveTo>
                  <a:cubicBezTo>
                    <a:pt x="487017" y="835008"/>
                    <a:pt x="496605" y="825419"/>
                    <a:pt x="508282" y="825419"/>
                  </a:cubicBezTo>
                  <a:cubicBezTo>
                    <a:pt x="519960" y="825419"/>
                    <a:pt x="529547" y="835008"/>
                    <a:pt x="529547" y="846684"/>
                  </a:cubicBezTo>
                  <a:cubicBezTo>
                    <a:pt x="529547" y="858484"/>
                    <a:pt x="519960" y="867951"/>
                    <a:pt x="508282" y="867951"/>
                  </a:cubicBezTo>
                  <a:cubicBezTo>
                    <a:pt x="496605" y="867951"/>
                    <a:pt x="487017" y="858363"/>
                    <a:pt x="487017" y="846684"/>
                  </a:cubicBezTo>
                  <a:close/>
                  <a:moveTo>
                    <a:pt x="243509" y="21265"/>
                  </a:moveTo>
                  <a:cubicBezTo>
                    <a:pt x="243509" y="9586"/>
                    <a:pt x="253097" y="0"/>
                    <a:pt x="264774" y="0"/>
                  </a:cubicBezTo>
                  <a:cubicBezTo>
                    <a:pt x="276452" y="0"/>
                    <a:pt x="286039" y="9586"/>
                    <a:pt x="286039" y="21265"/>
                  </a:cubicBezTo>
                  <a:cubicBezTo>
                    <a:pt x="286039" y="33065"/>
                    <a:pt x="276452" y="42530"/>
                    <a:pt x="264774" y="42530"/>
                  </a:cubicBezTo>
                  <a:cubicBezTo>
                    <a:pt x="253097" y="42530"/>
                    <a:pt x="243509" y="32943"/>
                    <a:pt x="243509" y="21265"/>
                  </a:cubicBezTo>
                  <a:close/>
                  <a:moveTo>
                    <a:pt x="243509" y="296363"/>
                  </a:moveTo>
                  <a:cubicBezTo>
                    <a:pt x="243509" y="284686"/>
                    <a:pt x="253097" y="275098"/>
                    <a:pt x="264774" y="275098"/>
                  </a:cubicBezTo>
                  <a:cubicBezTo>
                    <a:pt x="276452" y="275098"/>
                    <a:pt x="286039" y="284686"/>
                    <a:pt x="286039" y="296363"/>
                  </a:cubicBezTo>
                  <a:cubicBezTo>
                    <a:pt x="286039" y="308163"/>
                    <a:pt x="276452" y="317630"/>
                    <a:pt x="264774" y="317630"/>
                  </a:cubicBezTo>
                  <a:cubicBezTo>
                    <a:pt x="253097" y="317630"/>
                    <a:pt x="243509" y="308041"/>
                    <a:pt x="243509" y="296363"/>
                  </a:cubicBezTo>
                  <a:close/>
                  <a:moveTo>
                    <a:pt x="243509" y="571585"/>
                  </a:moveTo>
                  <a:cubicBezTo>
                    <a:pt x="243509" y="559908"/>
                    <a:pt x="253097" y="550320"/>
                    <a:pt x="264774" y="550320"/>
                  </a:cubicBezTo>
                  <a:cubicBezTo>
                    <a:pt x="276452" y="550320"/>
                    <a:pt x="286039" y="559908"/>
                    <a:pt x="286039" y="571585"/>
                  </a:cubicBezTo>
                  <a:cubicBezTo>
                    <a:pt x="286039" y="583385"/>
                    <a:pt x="276452" y="592852"/>
                    <a:pt x="264774" y="592852"/>
                  </a:cubicBezTo>
                  <a:cubicBezTo>
                    <a:pt x="253097" y="592852"/>
                    <a:pt x="243509" y="583263"/>
                    <a:pt x="243509" y="571585"/>
                  </a:cubicBezTo>
                  <a:close/>
                  <a:moveTo>
                    <a:pt x="243509" y="846684"/>
                  </a:moveTo>
                  <a:cubicBezTo>
                    <a:pt x="243509" y="835008"/>
                    <a:pt x="253097" y="825419"/>
                    <a:pt x="264774" y="825419"/>
                  </a:cubicBezTo>
                  <a:cubicBezTo>
                    <a:pt x="276452" y="825419"/>
                    <a:pt x="286039" y="835008"/>
                    <a:pt x="286039" y="846684"/>
                  </a:cubicBezTo>
                  <a:cubicBezTo>
                    <a:pt x="286039" y="858484"/>
                    <a:pt x="276452" y="867951"/>
                    <a:pt x="264774" y="867951"/>
                  </a:cubicBezTo>
                  <a:cubicBezTo>
                    <a:pt x="253097" y="867951"/>
                    <a:pt x="243509" y="858363"/>
                    <a:pt x="243509" y="846684"/>
                  </a:cubicBezTo>
                  <a:close/>
                  <a:moveTo>
                    <a:pt x="0" y="21265"/>
                  </a:moveTo>
                  <a:cubicBezTo>
                    <a:pt x="0" y="9586"/>
                    <a:pt x="9588" y="0"/>
                    <a:pt x="21265" y="0"/>
                  </a:cubicBezTo>
                  <a:cubicBezTo>
                    <a:pt x="32943" y="0"/>
                    <a:pt x="42530" y="9586"/>
                    <a:pt x="42530" y="21265"/>
                  </a:cubicBezTo>
                  <a:cubicBezTo>
                    <a:pt x="42530" y="33065"/>
                    <a:pt x="32943" y="42530"/>
                    <a:pt x="21265" y="42530"/>
                  </a:cubicBezTo>
                  <a:cubicBezTo>
                    <a:pt x="9588" y="42530"/>
                    <a:pt x="0" y="32943"/>
                    <a:pt x="0" y="21265"/>
                  </a:cubicBezTo>
                  <a:close/>
                  <a:moveTo>
                    <a:pt x="0" y="296363"/>
                  </a:moveTo>
                  <a:cubicBezTo>
                    <a:pt x="0" y="284686"/>
                    <a:pt x="9588" y="275098"/>
                    <a:pt x="21265" y="275098"/>
                  </a:cubicBezTo>
                  <a:cubicBezTo>
                    <a:pt x="32943" y="275098"/>
                    <a:pt x="42530" y="284686"/>
                    <a:pt x="42530" y="296363"/>
                  </a:cubicBezTo>
                  <a:cubicBezTo>
                    <a:pt x="42530" y="308163"/>
                    <a:pt x="32943" y="317630"/>
                    <a:pt x="21265" y="317630"/>
                  </a:cubicBezTo>
                  <a:cubicBezTo>
                    <a:pt x="9588" y="317630"/>
                    <a:pt x="0" y="308041"/>
                    <a:pt x="0" y="296363"/>
                  </a:cubicBezTo>
                  <a:close/>
                  <a:moveTo>
                    <a:pt x="0" y="571585"/>
                  </a:moveTo>
                  <a:cubicBezTo>
                    <a:pt x="0" y="559908"/>
                    <a:pt x="9588" y="550320"/>
                    <a:pt x="21265" y="550320"/>
                  </a:cubicBezTo>
                  <a:cubicBezTo>
                    <a:pt x="32943" y="550320"/>
                    <a:pt x="42530" y="559908"/>
                    <a:pt x="42530" y="571585"/>
                  </a:cubicBezTo>
                  <a:cubicBezTo>
                    <a:pt x="42530" y="583385"/>
                    <a:pt x="32943" y="592852"/>
                    <a:pt x="21265" y="592852"/>
                  </a:cubicBezTo>
                  <a:cubicBezTo>
                    <a:pt x="9588" y="592852"/>
                    <a:pt x="0" y="583263"/>
                    <a:pt x="0" y="571585"/>
                  </a:cubicBezTo>
                  <a:close/>
                  <a:moveTo>
                    <a:pt x="0" y="846684"/>
                  </a:moveTo>
                  <a:cubicBezTo>
                    <a:pt x="0" y="835008"/>
                    <a:pt x="9588" y="825419"/>
                    <a:pt x="21265" y="825419"/>
                  </a:cubicBezTo>
                  <a:cubicBezTo>
                    <a:pt x="32943" y="825419"/>
                    <a:pt x="42530" y="835008"/>
                    <a:pt x="42530" y="846684"/>
                  </a:cubicBezTo>
                  <a:cubicBezTo>
                    <a:pt x="42530" y="858484"/>
                    <a:pt x="32943" y="867951"/>
                    <a:pt x="21265" y="867951"/>
                  </a:cubicBezTo>
                  <a:cubicBezTo>
                    <a:pt x="9588" y="867951"/>
                    <a:pt x="0" y="858363"/>
                    <a:pt x="0" y="846684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95DA234-97D5-F153-80AE-DCFF2266B322}"/>
                </a:ext>
              </a:extLst>
            </p:cNvPr>
            <p:cNvGrpSpPr/>
            <p:nvPr userDrawn="1"/>
          </p:nvGrpSpPr>
          <p:grpSpPr>
            <a:xfrm>
              <a:off x="94641" y="5994309"/>
              <a:ext cx="727165" cy="727165"/>
              <a:chOff x="598761" y="4888648"/>
              <a:chExt cx="1595770" cy="1595770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5EC7ACE-874B-434D-4B8C-71ADE977FC02}"/>
                  </a:ext>
                </a:extLst>
              </p:cNvPr>
              <p:cNvSpPr/>
              <p:nvPr/>
            </p:nvSpPr>
            <p:spPr>
              <a:xfrm rot="995998">
                <a:off x="871757" y="5162722"/>
                <a:ext cx="1048276" cy="1048276"/>
              </a:xfrm>
              <a:custGeom>
                <a:avLst/>
                <a:gdLst>
                  <a:gd name="connsiteX0" fmla="*/ 551226 w 551225"/>
                  <a:gd name="connsiteY0" fmla="*/ 275613 h 551225"/>
                  <a:gd name="connsiteX1" fmla="*/ 275613 w 551225"/>
                  <a:gd name="connsiteY1" fmla="*/ 551226 h 551225"/>
                  <a:gd name="connsiteX2" fmla="*/ 0 w 551225"/>
                  <a:gd name="connsiteY2" fmla="*/ 275613 h 551225"/>
                  <a:gd name="connsiteX3" fmla="*/ 275613 w 551225"/>
                  <a:gd name="connsiteY3" fmla="*/ 0 h 551225"/>
                  <a:gd name="connsiteX4" fmla="*/ 551226 w 551225"/>
                  <a:gd name="connsiteY4" fmla="*/ 275613 h 55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1225" h="551225">
                    <a:moveTo>
                      <a:pt x="551226" y="275613"/>
                    </a:moveTo>
                    <a:cubicBezTo>
                      <a:pt x="551226" y="427830"/>
                      <a:pt x="427830" y="551226"/>
                      <a:pt x="275613" y="551226"/>
                    </a:cubicBezTo>
                    <a:cubicBezTo>
                      <a:pt x="123396" y="551226"/>
                      <a:pt x="0" y="427830"/>
                      <a:pt x="0" y="275613"/>
                    </a:cubicBezTo>
                    <a:cubicBezTo>
                      <a:pt x="0" y="123396"/>
                      <a:pt x="123396" y="0"/>
                      <a:pt x="275613" y="0"/>
                    </a:cubicBezTo>
                    <a:cubicBezTo>
                      <a:pt x="427830" y="0"/>
                      <a:pt x="551226" y="123396"/>
                      <a:pt x="551226" y="275613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804FA2B-A3D7-3E66-12DC-DF514C3EEE79}"/>
                  </a:ext>
                </a:extLst>
              </p:cNvPr>
              <p:cNvSpPr/>
              <p:nvPr/>
            </p:nvSpPr>
            <p:spPr>
              <a:xfrm rot="1107601">
                <a:off x="780512" y="5071493"/>
                <a:ext cx="1230693" cy="1230693"/>
              </a:xfrm>
              <a:custGeom>
                <a:avLst/>
                <a:gdLst>
                  <a:gd name="connsiteX0" fmla="*/ 647147 w 647147"/>
                  <a:gd name="connsiteY0" fmla="*/ 323574 h 647147"/>
                  <a:gd name="connsiteX1" fmla="*/ 323574 w 647147"/>
                  <a:gd name="connsiteY1" fmla="*/ 647147 h 647147"/>
                  <a:gd name="connsiteX2" fmla="*/ 0 w 647147"/>
                  <a:gd name="connsiteY2" fmla="*/ 323574 h 647147"/>
                  <a:gd name="connsiteX3" fmla="*/ 323574 w 647147"/>
                  <a:gd name="connsiteY3" fmla="*/ 0 h 647147"/>
                  <a:gd name="connsiteX4" fmla="*/ 647147 w 647147"/>
                  <a:gd name="connsiteY4" fmla="*/ 323574 h 64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147" h="647147">
                    <a:moveTo>
                      <a:pt x="647147" y="323574"/>
                    </a:moveTo>
                    <a:cubicBezTo>
                      <a:pt x="647147" y="502279"/>
                      <a:pt x="502279" y="647147"/>
                      <a:pt x="323574" y="647147"/>
                    </a:cubicBezTo>
                    <a:cubicBezTo>
                      <a:pt x="144869" y="647147"/>
                      <a:pt x="0" y="502279"/>
                      <a:pt x="0" y="323574"/>
                    </a:cubicBezTo>
                    <a:cubicBezTo>
                      <a:pt x="0" y="144869"/>
                      <a:pt x="144869" y="0"/>
                      <a:pt x="323574" y="0"/>
                    </a:cubicBezTo>
                    <a:cubicBezTo>
                      <a:pt x="502279" y="0"/>
                      <a:pt x="647147" y="144869"/>
                      <a:pt x="647147" y="323574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25E063A-53F2-3764-3094-D9C9C15B6016}"/>
                  </a:ext>
                </a:extLst>
              </p:cNvPr>
              <p:cNvSpPr/>
              <p:nvPr/>
            </p:nvSpPr>
            <p:spPr>
              <a:xfrm rot="1174802">
                <a:off x="688939" y="4980259"/>
                <a:ext cx="1413108" cy="1413107"/>
              </a:xfrm>
              <a:custGeom>
                <a:avLst/>
                <a:gdLst>
                  <a:gd name="connsiteX0" fmla="*/ 743068 w 743068"/>
                  <a:gd name="connsiteY0" fmla="*/ 371534 h 743068"/>
                  <a:gd name="connsiteX1" fmla="*/ 371534 w 743068"/>
                  <a:gd name="connsiteY1" fmla="*/ 743068 h 743068"/>
                  <a:gd name="connsiteX2" fmla="*/ 0 w 743068"/>
                  <a:gd name="connsiteY2" fmla="*/ 371534 h 743068"/>
                  <a:gd name="connsiteX3" fmla="*/ 371534 w 743068"/>
                  <a:gd name="connsiteY3" fmla="*/ 0 h 743068"/>
                  <a:gd name="connsiteX4" fmla="*/ 743068 w 743068"/>
                  <a:gd name="connsiteY4" fmla="*/ 371534 h 743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3068" h="743068">
                    <a:moveTo>
                      <a:pt x="743068" y="371534"/>
                    </a:moveTo>
                    <a:cubicBezTo>
                      <a:pt x="743068" y="576727"/>
                      <a:pt x="576727" y="743068"/>
                      <a:pt x="371534" y="743068"/>
                    </a:cubicBezTo>
                    <a:cubicBezTo>
                      <a:pt x="166342" y="743068"/>
                      <a:pt x="0" y="576727"/>
                      <a:pt x="0" y="371534"/>
                    </a:cubicBezTo>
                    <a:cubicBezTo>
                      <a:pt x="0" y="166342"/>
                      <a:pt x="166342" y="0"/>
                      <a:pt x="371534" y="0"/>
                    </a:cubicBezTo>
                    <a:cubicBezTo>
                      <a:pt x="576727" y="0"/>
                      <a:pt x="743068" y="166342"/>
                      <a:pt x="743068" y="371534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975B3B3-E1B5-D407-B53E-A9236157BAB8}"/>
                  </a:ext>
                </a:extLst>
              </p:cNvPr>
              <p:cNvSpPr/>
              <p:nvPr/>
            </p:nvSpPr>
            <p:spPr>
              <a:xfrm rot="1219200">
                <a:off x="598761" y="4888648"/>
                <a:ext cx="1595770" cy="1595770"/>
              </a:xfrm>
              <a:custGeom>
                <a:avLst/>
                <a:gdLst>
                  <a:gd name="connsiteX0" fmla="*/ 839119 w 839119"/>
                  <a:gd name="connsiteY0" fmla="*/ 419560 h 839119"/>
                  <a:gd name="connsiteX1" fmla="*/ 419560 w 839119"/>
                  <a:gd name="connsiteY1" fmla="*/ 839120 h 839119"/>
                  <a:gd name="connsiteX2" fmla="*/ 0 w 839119"/>
                  <a:gd name="connsiteY2" fmla="*/ 419560 h 839119"/>
                  <a:gd name="connsiteX3" fmla="*/ 419560 w 839119"/>
                  <a:gd name="connsiteY3" fmla="*/ 1 h 839119"/>
                  <a:gd name="connsiteX4" fmla="*/ 839119 w 839119"/>
                  <a:gd name="connsiteY4" fmla="*/ 419560 h 83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9119" h="839119">
                    <a:moveTo>
                      <a:pt x="839119" y="419560"/>
                    </a:moveTo>
                    <a:cubicBezTo>
                      <a:pt x="839119" y="651276"/>
                      <a:pt x="651276" y="839120"/>
                      <a:pt x="419560" y="839120"/>
                    </a:cubicBezTo>
                    <a:cubicBezTo>
                      <a:pt x="187843" y="839120"/>
                      <a:pt x="0" y="651276"/>
                      <a:pt x="0" y="419560"/>
                    </a:cubicBezTo>
                    <a:cubicBezTo>
                      <a:pt x="0" y="187844"/>
                      <a:pt x="187844" y="1"/>
                      <a:pt x="419560" y="1"/>
                    </a:cubicBezTo>
                    <a:cubicBezTo>
                      <a:pt x="651276" y="1"/>
                      <a:pt x="839119" y="187844"/>
                      <a:pt x="839119" y="419560"/>
                    </a:cubicBezTo>
                    <a:close/>
                  </a:path>
                </a:pathLst>
              </a:custGeom>
              <a:noFill/>
              <a:ln w="6391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819513-2715-020E-B418-71BA66A603EB}"/>
                </a:ext>
              </a:extLst>
            </p:cNvPr>
            <p:cNvGrpSpPr/>
            <p:nvPr userDrawn="1"/>
          </p:nvGrpSpPr>
          <p:grpSpPr>
            <a:xfrm>
              <a:off x="5633495" y="145386"/>
              <a:ext cx="4557447" cy="6416883"/>
              <a:chOff x="5633495" y="145386"/>
              <a:chExt cx="4557447" cy="6416883"/>
            </a:xfrm>
            <a:solidFill>
              <a:schemeClr val="tx1">
                <a:alpha val="30000"/>
              </a:schemeClr>
            </a:solidFill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FE50E29-37A7-E4D2-15F2-41A1CC633A1E}"/>
                  </a:ext>
                </a:extLst>
              </p:cNvPr>
              <p:cNvGrpSpPr/>
              <p:nvPr userDrawn="1"/>
            </p:nvGrpSpPr>
            <p:grpSpPr>
              <a:xfrm>
                <a:off x="9688437" y="145386"/>
                <a:ext cx="502505" cy="167542"/>
                <a:chOff x="9688437" y="145386"/>
                <a:chExt cx="502505" cy="167542"/>
              </a:xfrm>
              <a:grpFill/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F69CF60-66AB-8F19-0B9F-309B3A77609D}"/>
                    </a:ext>
                  </a:extLst>
                </p:cNvPr>
                <p:cNvSpPr/>
                <p:nvPr/>
              </p:nvSpPr>
              <p:spPr>
                <a:xfrm rot="5400000">
                  <a:off x="10044543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3881E63E-823A-6B1A-7F34-AFA4EFB7CD70}"/>
                    </a:ext>
                  </a:extLst>
                </p:cNvPr>
                <p:cNvSpPr/>
                <p:nvPr/>
              </p:nvSpPr>
              <p:spPr>
                <a:xfrm rot="5400000">
                  <a:off x="9855980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DAC2FB2E-8F04-B1D5-417F-3844729B216D}"/>
                    </a:ext>
                  </a:extLst>
                </p:cNvPr>
                <p:cNvSpPr/>
                <p:nvPr/>
              </p:nvSpPr>
              <p:spPr>
                <a:xfrm rot="5400000">
                  <a:off x="9667295" y="166528"/>
                  <a:ext cx="167542" cy="125257"/>
                </a:xfrm>
                <a:custGeom>
                  <a:avLst/>
                  <a:gdLst>
                    <a:gd name="connsiteX0" fmla="*/ 88100 w 88100"/>
                    <a:gd name="connsiteY0" fmla="*/ 0 h 65865"/>
                    <a:gd name="connsiteX1" fmla="*/ 44082 w 88100"/>
                    <a:gd name="connsiteY1" fmla="*/ 0 h 65865"/>
                    <a:gd name="connsiteX2" fmla="*/ 0 w 88100"/>
                    <a:gd name="connsiteY2" fmla="*/ 0 h 65865"/>
                    <a:gd name="connsiteX3" fmla="*/ 44082 w 88100"/>
                    <a:gd name="connsiteY3" fmla="*/ 65865 h 65865"/>
                    <a:gd name="connsiteX4" fmla="*/ 88100 w 88100"/>
                    <a:gd name="connsiteY4" fmla="*/ 0 h 65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100" h="65865">
                      <a:moveTo>
                        <a:pt x="88100" y="0"/>
                      </a:moveTo>
                      <a:lnTo>
                        <a:pt x="44082" y="0"/>
                      </a:lnTo>
                      <a:lnTo>
                        <a:pt x="0" y="0"/>
                      </a:lnTo>
                      <a:lnTo>
                        <a:pt x="44082" y="65865"/>
                      </a:lnTo>
                      <a:lnTo>
                        <a:pt x="88100" y="0"/>
                      </a:lnTo>
                      <a:close/>
                    </a:path>
                  </a:pathLst>
                </a:custGeom>
                <a:grpFill/>
                <a:ln w="64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B5C9CAA-B587-ECAC-595B-F57C8DEAE0EC}"/>
                  </a:ext>
                </a:extLst>
              </p:cNvPr>
              <p:cNvSpPr/>
              <p:nvPr/>
            </p:nvSpPr>
            <p:spPr>
              <a:xfrm rot="5400000">
                <a:off x="5612415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277E573-8C03-4FBC-A9A8-1A787620203E}"/>
                  </a:ext>
                </a:extLst>
              </p:cNvPr>
              <p:cNvSpPr/>
              <p:nvPr/>
            </p:nvSpPr>
            <p:spPr>
              <a:xfrm rot="5400000">
                <a:off x="5801100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B235CBA-7D7D-69DB-BDFE-9EF99EF0DB3B}"/>
                  </a:ext>
                </a:extLst>
              </p:cNvPr>
              <p:cNvSpPr/>
              <p:nvPr/>
            </p:nvSpPr>
            <p:spPr>
              <a:xfrm rot="5400000">
                <a:off x="5989661" y="6415931"/>
                <a:ext cx="167418" cy="125257"/>
              </a:xfrm>
              <a:custGeom>
                <a:avLst/>
                <a:gdLst>
                  <a:gd name="connsiteX0" fmla="*/ 0 w 88035"/>
                  <a:gd name="connsiteY0" fmla="*/ 65865 h 65865"/>
                  <a:gd name="connsiteX1" fmla="*/ 44018 w 88035"/>
                  <a:gd name="connsiteY1" fmla="*/ 65865 h 65865"/>
                  <a:gd name="connsiteX2" fmla="*/ 88036 w 88035"/>
                  <a:gd name="connsiteY2" fmla="*/ 65865 h 65865"/>
                  <a:gd name="connsiteX3" fmla="*/ 44018 w 88035"/>
                  <a:gd name="connsiteY3" fmla="*/ 0 h 65865"/>
                  <a:gd name="connsiteX4" fmla="*/ 0 w 88035"/>
                  <a:gd name="connsiteY4" fmla="*/ 65865 h 6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035" h="65865">
                    <a:moveTo>
                      <a:pt x="0" y="65865"/>
                    </a:moveTo>
                    <a:lnTo>
                      <a:pt x="44018" y="65865"/>
                    </a:lnTo>
                    <a:lnTo>
                      <a:pt x="88036" y="65865"/>
                    </a:lnTo>
                    <a:lnTo>
                      <a:pt x="44018" y="0"/>
                    </a:lnTo>
                    <a:lnTo>
                      <a:pt x="0" y="65865"/>
                    </a:lnTo>
                    <a:close/>
                  </a:path>
                </a:pathLst>
              </a:custGeom>
              <a:grpFill/>
              <a:ln w="64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3C8D61-2729-D54F-05DF-C09E19414DA0}"/>
                </a:ext>
              </a:extLst>
            </p:cNvPr>
            <p:cNvSpPr/>
            <p:nvPr userDrawn="1"/>
          </p:nvSpPr>
          <p:spPr>
            <a:xfrm rot="5400000">
              <a:off x="10518292" y="276312"/>
              <a:ext cx="103992" cy="103992"/>
            </a:xfrm>
            <a:custGeom>
              <a:avLst/>
              <a:gdLst>
                <a:gd name="connsiteX0" fmla="*/ 54683 w 54683"/>
                <a:gd name="connsiteY0" fmla="*/ 27341 h 54683"/>
                <a:gd name="connsiteX1" fmla="*/ 27342 w 54683"/>
                <a:gd name="connsiteY1" fmla="*/ 54683 h 54683"/>
                <a:gd name="connsiteX2" fmla="*/ 0 w 54683"/>
                <a:gd name="connsiteY2" fmla="*/ 27341 h 54683"/>
                <a:gd name="connsiteX3" fmla="*/ 27342 w 54683"/>
                <a:gd name="connsiteY3" fmla="*/ 0 h 54683"/>
                <a:gd name="connsiteX4" fmla="*/ 54683 w 54683"/>
                <a:gd name="connsiteY4" fmla="*/ 27341 h 5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3" h="54683">
                  <a:moveTo>
                    <a:pt x="54683" y="27341"/>
                  </a:moveTo>
                  <a:cubicBezTo>
                    <a:pt x="54683" y="42442"/>
                    <a:pt x="42442" y="54683"/>
                    <a:pt x="27342" y="54683"/>
                  </a:cubicBezTo>
                  <a:cubicBezTo>
                    <a:pt x="12241" y="54683"/>
                    <a:pt x="0" y="42442"/>
                    <a:pt x="0" y="27341"/>
                  </a:cubicBezTo>
                  <a:cubicBezTo>
                    <a:pt x="0" y="12241"/>
                    <a:pt x="12241" y="0"/>
                    <a:pt x="27342" y="0"/>
                  </a:cubicBezTo>
                  <a:cubicBezTo>
                    <a:pt x="42442" y="0"/>
                    <a:pt x="54683" y="12241"/>
                    <a:pt x="54683" y="27341"/>
                  </a:cubicBezTo>
                  <a:close/>
                </a:path>
              </a:pathLst>
            </a:custGeom>
            <a:solidFill>
              <a:schemeClr val="accent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1E53E-6C78-69DB-54DC-0FB247516DEF}"/>
                </a:ext>
              </a:extLst>
            </p:cNvPr>
            <p:cNvSpPr/>
            <p:nvPr userDrawn="1"/>
          </p:nvSpPr>
          <p:spPr>
            <a:xfrm rot="5400000">
              <a:off x="11491430" y="3297861"/>
              <a:ext cx="679757" cy="679757"/>
            </a:xfrm>
            <a:custGeom>
              <a:avLst/>
              <a:gdLst>
                <a:gd name="connsiteX0" fmla="*/ 178722 w 357443"/>
                <a:gd name="connsiteY0" fmla="*/ 0 h 357443"/>
                <a:gd name="connsiteX1" fmla="*/ 0 w 357443"/>
                <a:gd name="connsiteY1" fmla="*/ 178722 h 357443"/>
                <a:gd name="connsiteX2" fmla="*/ 178722 w 357443"/>
                <a:gd name="connsiteY2" fmla="*/ 357443 h 357443"/>
                <a:gd name="connsiteX3" fmla="*/ 357443 w 357443"/>
                <a:gd name="connsiteY3" fmla="*/ 178722 h 357443"/>
                <a:gd name="connsiteX4" fmla="*/ 178722 w 357443"/>
                <a:gd name="connsiteY4" fmla="*/ 0 h 357443"/>
                <a:gd name="connsiteX5" fmla="*/ 178722 w 357443"/>
                <a:gd name="connsiteY5" fmla="*/ 294810 h 357443"/>
                <a:gd name="connsiteX6" fmla="*/ 62633 w 357443"/>
                <a:gd name="connsiteY6" fmla="*/ 178722 h 357443"/>
                <a:gd name="connsiteX7" fmla="*/ 178722 w 357443"/>
                <a:gd name="connsiteY7" fmla="*/ 62633 h 357443"/>
                <a:gd name="connsiteX8" fmla="*/ 294810 w 357443"/>
                <a:gd name="connsiteY8" fmla="*/ 178722 h 357443"/>
                <a:gd name="connsiteX9" fmla="*/ 178722 w 357443"/>
                <a:gd name="connsiteY9" fmla="*/ 294810 h 35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443" h="357443">
                  <a:moveTo>
                    <a:pt x="178722" y="0"/>
                  </a:moveTo>
                  <a:cubicBezTo>
                    <a:pt x="80021" y="0"/>
                    <a:pt x="0" y="80021"/>
                    <a:pt x="0" y="178722"/>
                  </a:cubicBezTo>
                  <a:cubicBezTo>
                    <a:pt x="0" y="277423"/>
                    <a:pt x="80021" y="357443"/>
                    <a:pt x="178722" y="357443"/>
                  </a:cubicBezTo>
                  <a:cubicBezTo>
                    <a:pt x="277422" y="357443"/>
                    <a:pt x="357443" y="277423"/>
                    <a:pt x="357443" y="178722"/>
                  </a:cubicBezTo>
                  <a:cubicBezTo>
                    <a:pt x="357443" y="80021"/>
                    <a:pt x="277422" y="0"/>
                    <a:pt x="178722" y="0"/>
                  </a:cubicBezTo>
                  <a:close/>
                  <a:moveTo>
                    <a:pt x="178722" y="294810"/>
                  </a:moveTo>
                  <a:cubicBezTo>
                    <a:pt x="114602" y="294810"/>
                    <a:pt x="62633" y="242842"/>
                    <a:pt x="62633" y="178722"/>
                  </a:cubicBezTo>
                  <a:cubicBezTo>
                    <a:pt x="62633" y="114602"/>
                    <a:pt x="114602" y="62633"/>
                    <a:pt x="178722" y="62633"/>
                  </a:cubicBezTo>
                  <a:cubicBezTo>
                    <a:pt x="242842" y="62633"/>
                    <a:pt x="294810" y="114602"/>
                    <a:pt x="294810" y="178722"/>
                  </a:cubicBezTo>
                  <a:cubicBezTo>
                    <a:pt x="294810" y="242842"/>
                    <a:pt x="242842" y="294810"/>
                    <a:pt x="178722" y="294810"/>
                  </a:cubicBezTo>
                  <a:close/>
                </a:path>
              </a:pathLst>
            </a:custGeom>
            <a:solidFill>
              <a:schemeClr val="tx1"/>
            </a:solidFill>
            <a:ln w="6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15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3" r:id="rId2"/>
    <p:sldLayoutId id="2147483737" r:id="rId3"/>
    <p:sldLayoutId id="214748373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226F8202-011E-A2C0-5B7F-4E99A4F1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FF3DDAC-0C9E-E640-B8BC-4A5330693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0002ED5-24EB-ABAE-ADA6-BF09C3BE33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4EA3C382-3A83-A6FF-639D-916F3269C9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7A514BC-AB69-4099-7216-28F1B4624B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722788A8-6A2F-48A0-BA2E-D4FFBBE42A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8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95B41D-B21A-DFBF-CC57-74D8736E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1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A33-AA90-EB99-FCCE-6D1376CA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3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39370E-023F-CA8F-6ABD-2042CF7D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A764B-EC74-B7CF-1597-7DB7568A93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284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00007D"/>
  <p:tag name="POWER_USER_PPT_AGENDA_PRESENTATION_DIVIDERS_CHECKED_TAG" val="0"/>
  <p:tag name="POWER_USER_PPT_AGENDA_PRESENTATION_TABLE_OF_CONTENT_CHECKED_TAG" val="1"/>
  <p:tag name="POWER_USER_PPT_AGENDA_PRESENTATION_TITLE_TEXT_TAG" val="Agenda"/>
  <p:tag name="POWER_USER_PPT_AGENDA_PRESENTATION_SHOULD_CREATE_TABLE_OF_CONTENT_TAG" val="0"/>
  <p:tag name="POWER_USER_PPT_AGENDA_PRESENTATION_SHOW_SLIDE_NUMBERS_CHECKED_TAG" val="1"/>
  <p:tag name="POWER_USER_PPT_AGENDA_PRESENTATION_SHOW_SECTION_NUMBERS_CHECKED_TAG" val="1"/>
  <p:tag name="POWER_USER_PPT_AGENDA_PRESENTATION_SHOW_BREADSCRUMBS_CHECKED_TAG" val="0"/>
  <p:tag name="ARTICULATE_DESIGN_ID_OFFICE THEME" val="syyYgZJJ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-Design Abstract Theme">
  <a:themeElements>
    <a:clrScheme name="19 Bitter Lime to Xiketic Light">
      <a:dk1>
        <a:srgbClr val="0D070B"/>
      </a:dk1>
      <a:lt1>
        <a:srgbClr val="FFFFFF"/>
      </a:lt1>
      <a:dk2>
        <a:srgbClr val="0D070B"/>
      </a:dk2>
      <a:lt2>
        <a:srgbClr val="F2F2F2"/>
      </a:lt2>
      <a:accent1>
        <a:srgbClr val="C3F73A"/>
      </a:accent1>
      <a:accent2>
        <a:srgbClr val="95E06C"/>
      </a:accent2>
      <a:accent3>
        <a:srgbClr val="68B684"/>
      </a:accent3>
      <a:accent4>
        <a:srgbClr val="094D92"/>
      </a:accent4>
      <a:accent5>
        <a:srgbClr val="5C4754"/>
      </a:accent5>
      <a:accent6>
        <a:srgbClr val="1C1018"/>
      </a:accent6>
      <a:hlink>
        <a:srgbClr val="094D92"/>
      </a:hlink>
      <a:folHlink>
        <a:srgbClr val="C3F73A"/>
      </a:folHlink>
    </a:clrScheme>
    <a:fontScheme name="Custom 157">
      <a:majorFont>
        <a:latin typeface="Tahoma bol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  <wetp:taskpane dockstate="right" visibility="0" width="350" row="9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F0DB6AD-AA6A-49C8-9264-101355AEA7B2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62E04DD-50D8-4D76-9848-6555A8D2B5D4}">
  <we:reference id="wa200001396" version="2.1.6.0" store="en-001" storeType="OMEX"/>
  <we:alternateReferences>
    <we:reference id="wa200001396" version="2.1.6.0" store="en-001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1DC2DC5-8D14-4A5B-B73F-CF38CECC781E}">
  <we:reference id="wa200003052" version="1.0.0.0" store="en-US" storeType="OMEX"/>
  <we:alternateReferences>
    <we:reference id="WA200003052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20550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Tahoma</vt:lpstr>
      <vt:lpstr>Tahoma bold</vt:lpstr>
      <vt:lpstr>PPT-Design Abstract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monir</dc:creator>
  <cp:lastModifiedBy>Andrew Monir</cp:lastModifiedBy>
  <cp:revision>529</cp:revision>
  <dcterms:created xsi:type="dcterms:W3CDTF">2020-11-27T23:09:27Z</dcterms:created>
  <dcterms:modified xsi:type="dcterms:W3CDTF">2024-02-04T08:05:22Z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4BB15136-D798-4488-8D6D-3187EBF00F3F</vt:lpwstr>
  </property>
  <property fmtid="{D5CDD505-2E9C-101B-9397-08002B2CF9AE}" pid="3" name="ArticulatePath">
    <vt:lpwstr>https://d.docs.live.net/a32d64b1d32ea93c/Infographics/Infographics/Master file</vt:lpwstr>
  </property>
</Properties>
</file>